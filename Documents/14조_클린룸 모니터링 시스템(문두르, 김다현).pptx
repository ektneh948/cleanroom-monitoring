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블랙슈트" charset="1" panose="00000500000000000000"/>
      <p:regular r:id="rId13"/>
    </p:embeddedFont>
    <p:embeddedFont>
      <p:font typeface="윤고딕" charset="1" panose="020B0503000000000000"/>
      <p:regular r:id="rId14"/>
    </p:embeddedFont>
    <p:embeddedFont>
      <p:font typeface="윤고딕 Medium" charset="1" panose="020B0603000000000000"/>
      <p:regular r:id="rId15"/>
    </p:embeddedFont>
    <p:embeddedFont>
      <p:font typeface="윤고딕 Bold" charset="1" panose="020B0803000000000000"/>
      <p:regular r:id="rId16"/>
    </p:embeddedFont>
    <p:embeddedFont>
      <p:font typeface="Noto Sans Kr Bold" charset="1" panose="020B0200000000000000"/>
      <p:regular r:id="rId17"/>
    </p:embeddedFont>
    <p:embeddedFont>
      <p:font typeface="Noto Sans Kr" charset="1" panose="020B0200000000000000"/>
      <p:regular r:id="rId18"/>
    </p:embeddedFont>
    <p:embeddedFont>
      <p:font typeface="Corporative Bold" charset="1" panose="00000800000000000000"/>
      <p:regular r:id="rId19"/>
    </p:embeddedFont>
    <p:embeddedFont>
      <p:font typeface="Corporativ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66082"/>
            <a:ext cx="16277320" cy="0"/>
          </a:xfrm>
          <a:prstGeom prst="line">
            <a:avLst/>
          </a:prstGeom>
          <a:ln cap="flat" w="9525">
            <a:solidFill>
              <a:srgbClr val="1475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026646" y="3003116"/>
            <a:ext cx="14281429" cy="301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80"/>
              </a:lnSpc>
            </a:pPr>
            <a:r>
              <a:rPr lang="en-US" sz="8628" spc="-526">
                <a:solidFill>
                  <a:srgbClr val="164CE6"/>
                </a:solidFill>
                <a:latin typeface="블랙슈트"/>
                <a:ea typeface="블랙슈트"/>
                <a:cs typeface="블랙슈트"/>
                <a:sym typeface="블랙슈트"/>
              </a:rPr>
              <a:t>클린룸 시스템 </a:t>
            </a:r>
          </a:p>
          <a:p>
            <a:pPr algn="ctr">
              <a:lnSpc>
                <a:spcPts val="12080"/>
              </a:lnSpc>
            </a:pPr>
            <a:r>
              <a:rPr lang="en-US" sz="8628" spc="-526">
                <a:solidFill>
                  <a:srgbClr val="164CE6"/>
                </a:solidFill>
                <a:latin typeface="블랙슈트"/>
                <a:ea typeface="블랙슈트"/>
                <a:cs typeface="블랙슈트"/>
                <a:sym typeface="블랙슈트"/>
              </a:rPr>
              <a:t>프로젝트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865760"/>
            <a:ext cx="16277320" cy="337033"/>
            <a:chOff x="0" y="0"/>
            <a:chExt cx="21703093" cy="449377"/>
          </a:xfrm>
        </p:grpSpPr>
        <p:sp>
          <p:nvSpPr>
            <p:cNvPr name="AutoShape 5" id="5"/>
            <p:cNvSpPr/>
            <p:nvPr/>
          </p:nvSpPr>
          <p:spPr>
            <a:xfrm>
              <a:off x="0" y="217253"/>
              <a:ext cx="21703093" cy="0"/>
            </a:xfrm>
            <a:prstGeom prst="line">
              <a:avLst/>
            </a:prstGeom>
            <a:ln cap="flat" w="12700">
              <a:solidFill>
                <a:srgbClr val="1475F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4070622" cy="449377"/>
              <a:chOff x="0" y="0"/>
              <a:chExt cx="1629212" cy="17985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29212" cy="179857"/>
              </a:xfrm>
              <a:custGeom>
                <a:avLst/>
                <a:gdLst/>
                <a:ahLst/>
                <a:cxnLst/>
                <a:rect r="r" b="b" t="t" l="l"/>
                <a:pathLst>
                  <a:path h="179857" w="1629212">
                    <a:moveTo>
                      <a:pt x="72748" y="0"/>
                    </a:moveTo>
                    <a:lnTo>
                      <a:pt x="1556464" y="0"/>
                    </a:lnTo>
                    <a:cubicBezTo>
                      <a:pt x="1575758" y="0"/>
                      <a:pt x="1594261" y="7664"/>
                      <a:pt x="1607904" y="21307"/>
                    </a:cubicBezTo>
                    <a:cubicBezTo>
                      <a:pt x="1621547" y="34950"/>
                      <a:pt x="1629212" y="53454"/>
                      <a:pt x="1629212" y="72748"/>
                    </a:cubicBezTo>
                    <a:lnTo>
                      <a:pt x="1629212" y="107109"/>
                    </a:lnTo>
                    <a:cubicBezTo>
                      <a:pt x="1629212" y="126403"/>
                      <a:pt x="1621547" y="144907"/>
                      <a:pt x="1607904" y="158550"/>
                    </a:cubicBezTo>
                    <a:cubicBezTo>
                      <a:pt x="1594261" y="172193"/>
                      <a:pt x="1575758" y="179857"/>
                      <a:pt x="1556464" y="179857"/>
                    </a:cubicBezTo>
                    <a:lnTo>
                      <a:pt x="72748" y="179857"/>
                    </a:lnTo>
                    <a:cubicBezTo>
                      <a:pt x="53454" y="179857"/>
                      <a:pt x="34950" y="172193"/>
                      <a:pt x="21307" y="158550"/>
                    </a:cubicBezTo>
                    <a:cubicBezTo>
                      <a:pt x="7664" y="144907"/>
                      <a:pt x="0" y="126403"/>
                      <a:pt x="0" y="107109"/>
                    </a:cubicBezTo>
                    <a:lnTo>
                      <a:pt x="0" y="72748"/>
                    </a:lnTo>
                    <a:cubicBezTo>
                      <a:pt x="0" y="53454"/>
                      <a:pt x="7664" y="34950"/>
                      <a:pt x="21307" y="21307"/>
                    </a:cubicBezTo>
                    <a:cubicBezTo>
                      <a:pt x="34950" y="7664"/>
                      <a:pt x="53454" y="0"/>
                      <a:pt x="72748" y="0"/>
                    </a:cubicBezTo>
                    <a:close/>
                  </a:path>
                </a:pathLst>
              </a:custGeom>
              <a:solidFill>
                <a:srgbClr val="CEF9AE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629212" cy="208432"/>
              </a:xfrm>
              <a:prstGeom prst="rect">
                <a:avLst/>
              </a:prstGeom>
            </p:spPr>
            <p:txBody>
              <a:bodyPr anchor="ctr" rtlCol="false" tIns="25072" lIns="25072" bIns="25072" rIns="25072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56015" y="4658306"/>
            <a:ext cx="6488706" cy="693944"/>
            <a:chOff x="0" y="0"/>
            <a:chExt cx="2548458" cy="27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8458" cy="272548"/>
            </a:xfrm>
            <a:custGeom>
              <a:avLst/>
              <a:gdLst/>
              <a:ahLst/>
              <a:cxnLst/>
              <a:rect r="r" b="b" t="t" l="l"/>
              <a:pathLst>
                <a:path h="272548" w="2548458">
                  <a:moveTo>
                    <a:pt x="33408" y="0"/>
                  </a:moveTo>
                  <a:lnTo>
                    <a:pt x="2515050" y="0"/>
                  </a:lnTo>
                  <a:cubicBezTo>
                    <a:pt x="2533501" y="0"/>
                    <a:pt x="2548458" y="14957"/>
                    <a:pt x="2548458" y="33408"/>
                  </a:cubicBezTo>
                  <a:lnTo>
                    <a:pt x="2548458" y="239141"/>
                  </a:lnTo>
                  <a:cubicBezTo>
                    <a:pt x="2548458" y="257591"/>
                    <a:pt x="2533501" y="272548"/>
                    <a:pt x="2515050" y="272548"/>
                  </a:cubicBezTo>
                  <a:lnTo>
                    <a:pt x="33408" y="272548"/>
                  </a:lnTo>
                  <a:cubicBezTo>
                    <a:pt x="14957" y="272548"/>
                    <a:pt x="0" y="257591"/>
                    <a:pt x="0" y="239141"/>
                  </a:cubicBezTo>
                  <a:lnTo>
                    <a:pt x="0" y="33408"/>
                  </a:lnTo>
                  <a:cubicBezTo>
                    <a:pt x="0" y="14957"/>
                    <a:pt x="14957" y="0"/>
                    <a:pt x="3340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48458" cy="320173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164CE6"/>
                  </a:solidFill>
                  <a:latin typeface="윤고딕"/>
                  <a:ea typeface="윤고딕"/>
                  <a:cs typeface="윤고딕"/>
                  <a:sym typeface="윤고딕"/>
                </a:rPr>
                <a:t>시스템 구성도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89999" y="4658306"/>
            <a:ext cx="6488706" cy="693944"/>
            <a:chOff x="0" y="0"/>
            <a:chExt cx="2548458" cy="272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8458" cy="272548"/>
            </a:xfrm>
            <a:custGeom>
              <a:avLst/>
              <a:gdLst/>
              <a:ahLst/>
              <a:cxnLst/>
              <a:rect r="r" b="b" t="t" l="l"/>
              <a:pathLst>
                <a:path h="272548" w="2548458">
                  <a:moveTo>
                    <a:pt x="33408" y="0"/>
                  </a:moveTo>
                  <a:lnTo>
                    <a:pt x="2515050" y="0"/>
                  </a:lnTo>
                  <a:cubicBezTo>
                    <a:pt x="2533501" y="0"/>
                    <a:pt x="2548458" y="14957"/>
                    <a:pt x="2548458" y="33408"/>
                  </a:cubicBezTo>
                  <a:lnTo>
                    <a:pt x="2548458" y="239141"/>
                  </a:lnTo>
                  <a:cubicBezTo>
                    <a:pt x="2548458" y="257591"/>
                    <a:pt x="2533501" y="272548"/>
                    <a:pt x="2515050" y="272548"/>
                  </a:cubicBezTo>
                  <a:lnTo>
                    <a:pt x="33408" y="272548"/>
                  </a:lnTo>
                  <a:cubicBezTo>
                    <a:pt x="14957" y="272548"/>
                    <a:pt x="0" y="257591"/>
                    <a:pt x="0" y="239141"/>
                  </a:cubicBezTo>
                  <a:lnTo>
                    <a:pt x="0" y="33408"/>
                  </a:lnTo>
                  <a:cubicBezTo>
                    <a:pt x="0" y="14957"/>
                    <a:pt x="14957" y="0"/>
                    <a:pt x="33408" y="0"/>
                  </a:cubicBezTo>
                  <a:close/>
                </a:path>
              </a:pathLst>
            </a:custGeom>
            <a:solidFill>
              <a:srgbClr val="AAD2F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548458" cy="320173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시스템 동작 시나리오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56015" y="5541204"/>
            <a:ext cx="6488706" cy="693944"/>
            <a:chOff x="0" y="0"/>
            <a:chExt cx="2548458" cy="272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8458" cy="272548"/>
            </a:xfrm>
            <a:custGeom>
              <a:avLst/>
              <a:gdLst/>
              <a:ahLst/>
              <a:cxnLst/>
              <a:rect r="r" b="b" t="t" l="l"/>
              <a:pathLst>
                <a:path h="272548" w="2548458">
                  <a:moveTo>
                    <a:pt x="33408" y="0"/>
                  </a:moveTo>
                  <a:lnTo>
                    <a:pt x="2515050" y="0"/>
                  </a:lnTo>
                  <a:cubicBezTo>
                    <a:pt x="2533501" y="0"/>
                    <a:pt x="2548458" y="14957"/>
                    <a:pt x="2548458" y="33408"/>
                  </a:cubicBezTo>
                  <a:lnTo>
                    <a:pt x="2548458" y="239141"/>
                  </a:lnTo>
                  <a:cubicBezTo>
                    <a:pt x="2548458" y="257591"/>
                    <a:pt x="2533501" y="272548"/>
                    <a:pt x="2515050" y="272548"/>
                  </a:cubicBezTo>
                  <a:lnTo>
                    <a:pt x="33408" y="272548"/>
                  </a:lnTo>
                  <a:cubicBezTo>
                    <a:pt x="14957" y="272548"/>
                    <a:pt x="0" y="257591"/>
                    <a:pt x="0" y="239141"/>
                  </a:cubicBezTo>
                  <a:lnTo>
                    <a:pt x="0" y="33408"/>
                  </a:lnTo>
                  <a:cubicBezTo>
                    <a:pt x="0" y="14957"/>
                    <a:pt x="14957" y="0"/>
                    <a:pt x="3340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48458" cy="320173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164CE6"/>
                  </a:solidFill>
                  <a:latin typeface="윤고딕"/>
                  <a:ea typeface="윤고딕"/>
                  <a:cs typeface="윤고딕"/>
                  <a:sym typeface="윤고딕"/>
                </a:rPr>
                <a:t>-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89999" y="5541204"/>
            <a:ext cx="6488706" cy="693944"/>
            <a:chOff x="0" y="0"/>
            <a:chExt cx="2548458" cy="272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8458" cy="272548"/>
            </a:xfrm>
            <a:custGeom>
              <a:avLst/>
              <a:gdLst/>
              <a:ahLst/>
              <a:cxnLst/>
              <a:rect r="r" b="b" t="t" l="l"/>
              <a:pathLst>
                <a:path h="272548" w="2548458">
                  <a:moveTo>
                    <a:pt x="33408" y="0"/>
                  </a:moveTo>
                  <a:lnTo>
                    <a:pt x="2515050" y="0"/>
                  </a:lnTo>
                  <a:cubicBezTo>
                    <a:pt x="2533501" y="0"/>
                    <a:pt x="2548458" y="14957"/>
                    <a:pt x="2548458" y="33408"/>
                  </a:cubicBezTo>
                  <a:lnTo>
                    <a:pt x="2548458" y="239141"/>
                  </a:lnTo>
                  <a:cubicBezTo>
                    <a:pt x="2548458" y="257591"/>
                    <a:pt x="2533501" y="272548"/>
                    <a:pt x="2515050" y="272548"/>
                  </a:cubicBezTo>
                  <a:lnTo>
                    <a:pt x="33408" y="272548"/>
                  </a:lnTo>
                  <a:cubicBezTo>
                    <a:pt x="14957" y="272548"/>
                    <a:pt x="0" y="257591"/>
                    <a:pt x="0" y="239141"/>
                  </a:cubicBezTo>
                  <a:lnTo>
                    <a:pt x="0" y="33408"/>
                  </a:lnTo>
                  <a:cubicBezTo>
                    <a:pt x="0" y="14957"/>
                    <a:pt x="14957" y="0"/>
                    <a:pt x="33408" y="0"/>
                  </a:cubicBezTo>
                  <a:close/>
                </a:path>
              </a:pathLst>
            </a:custGeom>
            <a:solidFill>
              <a:srgbClr val="AAD2F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48458" cy="320173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-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56015" y="6424103"/>
            <a:ext cx="6488706" cy="693944"/>
            <a:chOff x="0" y="0"/>
            <a:chExt cx="2548458" cy="2725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8458" cy="272548"/>
            </a:xfrm>
            <a:custGeom>
              <a:avLst/>
              <a:gdLst/>
              <a:ahLst/>
              <a:cxnLst/>
              <a:rect r="r" b="b" t="t" l="l"/>
              <a:pathLst>
                <a:path h="272548" w="2548458">
                  <a:moveTo>
                    <a:pt x="33408" y="0"/>
                  </a:moveTo>
                  <a:lnTo>
                    <a:pt x="2515050" y="0"/>
                  </a:lnTo>
                  <a:cubicBezTo>
                    <a:pt x="2533501" y="0"/>
                    <a:pt x="2548458" y="14957"/>
                    <a:pt x="2548458" y="33408"/>
                  </a:cubicBezTo>
                  <a:lnTo>
                    <a:pt x="2548458" y="239141"/>
                  </a:lnTo>
                  <a:cubicBezTo>
                    <a:pt x="2548458" y="257591"/>
                    <a:pt x="2533501" y="272548"/>
                    <a:pt x="2515050" y="272548"/>
                  </a:cubicBezTo>
                  <a:lnTo>
                    <a:pt x="33408" y="272548"/>
                  </a:lnTo>
                  <a:cubicBezTo>
                    <a:pt x="14957" y="272548"/>
                    <a:pt x="0" y="257591"/>
                    <a:pt x="0" y="239141"/>
                  </a:cubicBezTo>
                  <a:lnTo>
                    <a:pt x="0" y="33408"/>
                  </a:lnTo>
                  <a:cubicBezTo>
                    <a:pt x="0" y="14957"/>
                    <a:pt x="14957" y="0"/>
                    <a:pt x="3340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48458" cy="320173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164CE6"/>
                  </a:solidFill>
                  <a:latin typeface="윤고딕"/>
                  <a:ea typeface="윤고딕"/>
                  <a:cs typeface="윤고딕"/>
                  <a:sym typeface="윤고딕"/>
                </a:rPr>
                <a:t>-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89999" y="6424103"/>
            <a:ext cx="6488706" cy="693944"/>
            <a:chOff x="0" y="0"/>
            <a:chExt cx="2548458" cy="2725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8458" cy="272548"/>
            </a:xfrm>
            <a:custGeom>
              <a:avLst/>
              <a:gdLst/>
              <a:ahLst/>
              <a:cxnLst/>
              <a:rect r="r" b="b" t="t" l="l"/>
              <a:pathLst>
                <a:path h="272548" w="2548458">
                  <a:moveTo>
                    <a:pt x="33408" y="0"/>
                  </a:moveTo>
                  <a:lnTo>
                    <a:pt x="2515050" y="0"/>
                  </a:lnTo>
                  <a:cubicBezTo>
                    <a:pt x="2533501" y="0"/>
                    <a:pt x="2548458" y="14957"/>
                    <a:pt x="2548458" y="33408"/>
                  </a:cubicBezTo>
                  <a:lnTo>
                    <a:pt x="2548458" y="239141"/>
                  </a:lnTo>
                  <a:cubicBezTo>
                    <a:pt x="2548458" y="257591"/>
                    <a:pt x="2533501" y="272548"/>
                    <a:pt x="2515050" y="272548"/>
                  </a:cubicBezTo>
                  <a:lnTo>
                    <a:pt x="33408" y="272548"/>
                  </a:lnTo>
                  <a:cubicBezTo>
                    <a:pt x="14957" y="272548"/>
                    <a:pt x="0" y="257591"/>
                    <a:pt x="0" y="239141"/>
                  </a:cubicBezTo>
                  <a:lnTo>
                    <a:pt x="0" y="33408"/>
                  </a:lnTo>
                  <a:cubicBezTo>
                    <a:pt x="0" y="14957"/>
                    <a:pt x="14957" y="0"/>
                    <a:pt x="33408" y="0"/>
                  </a:cubicBezTo>
                  <a:close/>
                </a:path>
              </a:pathLst>
            </a:custGeom>
            <a:solidFill>
              <a:srgbClr val="AAD2F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548458" cy="320173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-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56015" y="7307002"/>
            <a:ext cx="6488706" cy="693944"/>
            <a:chOff x="0" y="0"/>
            <a:chExt cx="2548458" cy="2725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8458" cy="272548"/>
            </a:xfrm>
            <a:custGeom>
              <a:avLst/>
              <a:gdLst/>
              <a:ahLst/>
              <a:cxnLst/>
              <a:rect r="r" b="b" t="t" l="l"/>
              <a:pathLst>
                <a:path h="272548" w="2548458">
                  <a:moveTo>
                    <a:pt x="33408" y="0"/>
                  </a:moveTo>
                  <a:lnTo>
                    <a:pt x="2515050" y="0"/>
                  </a:lnTo>
                  <a:cubicBezTo>
                    <a:pt x="2533501" y="0"/>
                    <a:pt x="2548458" y="14957"/>
                    <a:pt x="2548458" y="33408"/>
                  </a:cubicBezTo>
                  <a:lnTo>
                    <a:pt x="2548458" y="239141"/>
                  </a:lnTo>
                  <a:cubicBezTo>
                    <a:pt x="2548458" y="257591"/>
                    <a:pt x="2533501" y="272548"/>
                    <a:pt x="2515050" y="272548"/>
                  </a:cubicBezTo>
                  <a:lnTo>
                    <a:pt x="33408" y="272548"/>
                  </a:lnTo>
                  <a:cubicBezTo>
                    <a:pt x="14957" y="272548"/>
                    <a:pt x="0" y="257591"/>
                    <a:pt x="0" y="239141"/>
                  </a:cubicBezTo>
                  <a:lnTo>
                    <a:pt x="0" y="33408"/>
                  </a:lnTo>
                  <a:cubicBezTo>
                    <a:pt x="0" y="14957"/>
                    <a:pt x="14957" y="0"/>
                    <a:pt x="3340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548458" cy="320173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164CE6"/>
                  </a:solidFill>
                  <a:latin typeface="윤고딕"/>
                  <a:ea typeface="윤고딕"/>
                  <a:cs typeface="윤고딕"/>
                  <a:sym typeface="윤고딕"/>
                </a:rPr>
                <a:t>-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89999" y="7307002"/>
            <a:ext cx="6488706" cy="693944"/>
            <a:chOff x="0" y="0"/>
            <a:chExt cx="2548458" cy="2725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48458" cy="272548"/>
            </a:xfrm>
            <a:custGeom>
              <a:avLst/>
              <a:gdLst/>
              <a:ahLst/>
              <a:cxnLst/>
              <a:rect r="r" b="b" t="t" l="l"/>
              <a:pathLst>
                <a:path h="272548" w="2548458">
                  <a:moveTo>
                    <a:pt x="33408" y="0"/>
                  </a:moveTo>
                  <a:lnTo>
                    <a:pt x="2515050" y="0"/>
                  </a:lnTo>
                  <a:cubicBezTo>
                    <a:pt x="2533501" y="0"/>
                    <a:pt x="2548458" y="14957"/>
                    <a:pt x="2548458" y="33408"/>
                  </a:cubicBezTo>
                  <a:lnTo>
                    <a:pt x="2548458" y="239141"/>
                  </a:lnTo>
                  <a:cubicBezTo>
                    <a:pt x="2548458" y="257591"/>
                    <a:pt x="2533501" y="272548"/>
                    <a:pt x="2515050" y="272548"/>
                  </a:cubicBezTo>
                  <a:lnTo>
                    <a:pt x="33408" y="272548"/>
                  </a:lnTo>
                  <a:cubicBezTo>
                    <a:pt x="14957" y="272548"/>
                    <a:pt x="0" y="257591"/>
                    <a:pt x="0" y="239141"/>
                  </a:cubicBezTo>
                  <a:lnTo>
                    <a:pt x="0" y="33408"/>
                  </a:lnTo>
                  <a:cubicBezTo>
                    <a:pt x="0" y="14957"/>
                    <a:pt x="14957" y="0"/>
                    <a:pt x="33408" y="0"/>
                  </a:cubicBezTo>
                  <a:close/>
                </a:path>
              </a:pathLst>
            </a:custGeom>
            <a:solidFill>
              <a:srgbClr val="AAD2F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548458" cy="320173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-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9340662"/>
            <a:ext cx="16277320" cy="267948"/>
            <a:chOff x="0" y="0"/>
            <a:chExt cx="21703093" cy="357264"/>
          </a:xfrm>
        </p:grpSpPr>
        <p:sp>
          <p:nvSpPr>
            <p:cNvPr name="AutoShape 27" id="27"/>
            <p:cNvSpPr/>
            <p:nvPr/>
          </p:nvSpPr>
          <p:spPr>
            <a:xfrm>
              <a:off x="0" y="167227"/>
              <a:ext cx="21703093" cy="0"/>
            </a:xfrm>
            <a:prstGeom prst="line">
              <a:avLst/>
            </a:prstGeom>
            <a:ln cap="flat" w="12700">
              <a:solidFill>
                <a:srgbClr val="1475F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8" id="28"/>
            <p:cNvGrpSpPr/>
            <p:nvPr/>
          </p:nvGrpSpPr>
          <p:grpSpPr>
            <a:xfrm rot="0">
              <a:off x="18279568" y="0"/>
              <a:ext cx="3423525" cy="357264"/>
              <a:chOff x="0" y="0"/>
              <a:chExt cx="1370220" cy="1429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370220" cy="142990"/>
              </a:xfrm>
              <a:custGeom>
                <a:avLst/>
                <a:gdLst/>
                <a:ahLst/>
                <a:cxnLst/>
                <a:rect r="r" b="b" t="t" l="l"/>
                <a:pathLst>
                  <a:path h="142990" w="1370220">
                    <a:moveTo>
                      <a:pt x="71495" y="0"/>
                    </a:moveTo>
                    <a:lnTo>
                      <a:pt x="1298725" y="0"/>
                    </a:lnTo>
                    <a:cubicBezTo>
                      <a:pt x="1338210" y="0"/>
                      <a:pt x="1370220" y="32009"/>
                      <a:pt x="1370220" y="71495"/>
                    </a:cubicBezTo>
                    <a:lnTo>
                      <a:pt x="1370220" y="71495"/>
                    </a:lnTo>
                    <a:cubicBezTo>
                      <a:pt x="1370220" y="110981"/>
                      <a:pt x="1338210" y="142990"/>
                      <a:pt x="1298725" y="142990"/>
                    </a:cubicBezTo>
                    <a:lnTo>
                      <a:pt x="71495" y="142990"/>
                    </a:lnTo>
                    <a:cubicBezTo>
                      <a:pt x="32009" y="142990"/>
                      <a:pt x="0" y="110981"/>
                      <a:pt x="0" y="71495"/>
                    </a:cubicBezTo>
                    <a:lnTo>
                      <a:pt x="0" y="71495"/>
                    </a:lnTo>
                    <a:cubicBezTo>
                      <a:pt x="0" y="32009"/>
                      <a:pt x="32009" y="0"/>
                      <a:pt x="71495" y="0"/>
                    </a:cubicBezTo>
                    <a:close/>
                  </a:path>
                </a:pathLst>
              </a:custGeom>
              <a:solidFill>
                <a:srgbClr val="CEF9AE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1370220" cy="171565"/>
              </a:xfrm>
              <a:prstGeom prst="rect">
                <a:avLst/>
              </a:prstGeom>
            </p:spPr>
            <p:txBody>
              <a:bodyPr anchor="ctr" rtlCol="false" tIns="25072" lIns="25072" bIns="25072" rIns="25072"/>
              <a:lstStyle/>
              <a:p>
                <a:pPr algn="ctr">
                  <a:lnSpc>
                    <a:spcPts val="1400"/>
                  </a:lnSpc>
                </a:pPr>
                <a:r>
                  <a:rPr lang="en-US" sz="1000">
                    <a:solidFill>
                      <a:srgbClr val="164CE6"/>
                    </a:solidFill>
                    <a:latin typeface="윤고딕"/>
                    <a:ea typeface="윤고딕"/>
                    <a:cs typeface="윤고딕"/>
                    <a:sym typeface="윤고딕"/>
                  </a:rPr>
                  <a:t>발표자 @LARANA</a:t>
                </a:r>
              </a:p>
            </p:txBody>
          </p:sp>
        </p:grpSp>
      </p:grpSp>
      <p:sp>
        <p:nvSpPr>
          <p:cNvPr name="AutoShape 31" id="31"/>
          <p:cNvSpPr/>
          <p:nvPr/>
        </p:nvSpPr>
        <p:spPr>
          <a:xfrm>
            <a:off x="1028700" y="855759"/>
            <a:ext cx="16277320" cy="0"/>
          </a:xfrm>
          <a:prstGeom prst="line">
            <a:avLst/>
          </a:prstGeom>
          <a:ln cap="flat" w="9525">
            <a:solidFill>
              <a:srgbClr val="1475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028700" y="692820"/>
            <a:ext cx="3052966" cy="337033"/>
            <a:chOff x="0" y="0"/>
            <a:chExt cx="1629212" cy="1798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29212" cy="179857"/>
            </a:xfrm>
            <a:custGeom>
              <a:avLst/>
              <a:gdLst/>
              <a:ahLst/>
              <a:cxnLst/>
              <a:rect r="r" b="b" t="t" l="l"/>
              <a:pathLst>
                <a:path h="179857" w="1629212">
                  <a:moveTo>
                    <a:pt x="72748" y="0"/>
                  </a:moveTo>
                  <a:lnTo>
                    <a:pt x="1556464" y="0"/>
                  </a:lnTo>
                  <a:cubicBezTo>
                    <a:pt x="1575758" y="0"/>
                    <a:pt x="1594261" y="7664"/>
                    <a:pt x="1607904" y="21307"/>
                  </a:cubicBezTo>
                  <a:cubicBezTo>
                    <a:pt x="1621547" y="34950"/>
                    <a:pt x="1629212" y="53454"/>
                    <a:pt x="1629212" y="72748"/>
                  </a:cubicBezTo>
                  <a:lnTo>
                    <a:pt x="1629212" y="107109"/>
                  </a:lnTo>
                  <a:cubicBezTo>
                    <a:pt x="1629212" y="126403"/>
                    <a:pt x="1621547" y="144907"/>
                    <a:pt x="1607904" y="158550"/>
                  </a:cubicBezTo>
                  <a:cubicBezTo>
                    <a:pt x="1594261" y="172193"/>
                    <a:pt x="1575758" y="179857"/>
                    <a:pt x="1556464" y="179857"/>
                  </a:cubicBezTo>
                  <a:lnTo>
                    <a:pt x="72748" y="179857"/>
                  </a:lnTo>
                  <a:cubicBezTo>
                    <a:pt x="53454" y="179857"/>
                    <a:pt x="34950" y="172193"/>
                    <a:pt x="21307" y="158550"/>
                  </a:cubicBezTo>
                  <a:cubicBezTo>
                    <a:pt x="7664" y="144907"/>
                    <a:pt x="0" y="126403"/>
                    <a:pt x="0" y="107109"/>
                  </a:cubicBezTo>
                  <a:lnTo>
                    <a:pt x="0" y="72748"/>
                  </a:lnTo>
                  <a:cubicBezTo>
                    <a:pt x="0" y="53454"/>
                    <a:pt x="7664" y="34950"/>
                    <a:pt x="21307" y="21307"/>
                  </a:cubicBezTo>
                  <a:cubicBezTo>
                    <a:pt x="34950" y="7664"/>
                    <a:pt x="53454" y="0"/>
                    <a:pt x="72748" y="0"/>
                  </a:cubicBezTo>
                  <a:close/>
                </a:path>
              </a:pathLst>
            </a:custGeom>
            <a:solidFill>
              <a:srgbClr val="CEF9A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629212" cy="208432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164CE6"/>
                  </a:solidFill>
                  <a:latin typeface="윤고딕 Medium"/>
                  <a:ea typeface="윤고딕 Medium"/>
                  <a:cs typeface="윤고딕 Medium"/>
                  <a:sym typeface="윤고딕 Medium"/>
                </a:rPr>
                <a:t>클린룸 프로젝트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554475" y="1903818"/>
            <a:ext cx="4200413" cy="146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476"/>
              </a:lnSpc>
            </a:pPr>
            <a:r>
              <a:rPr lang="en-US" sz="8197">
                <a:solidFill>
                  <a:srgbClr val="164CE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12782" y="4614471"/>
            <a:ext cx="2218954" cy="1401366"/>
            <a:chOff x="0" y="0"/>
            <a:chExt cx="4478696" cy="2828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111" y="5334"/>
              <a:ext cx="4454476" cy="2817749"/>
            </a:xfrm>
            <a:custGeom>
              <a:avLst/>
              <a:gdLst/>
              <a:ahLst/>
              <a:cxnLst/>
              <a:rect r="r" b="b" t="t" l="l"/>
              <a:pathLst>
                <a:path h="2817749" w="4454476">
                  <a:moveTo>
                    <a:pt x="4415785" y="2817749"/>
                  </a:moveTo>
                  <a:lnTo>
                    <a:pt x="0" y="40132"/>
                  </a:lnTo>
                  <a:lnTo>
                    <a:pt x="38690" y="0"/>
                  </a:lnTo>
                  <a:lnTo>
                    <a:pt x="4454476" y="277774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07089" y="2806688"/>
            <a:ext cx="9198801" cy="6264243"/>
            <a:chOff x="0" y="0"/>
            <a:chExt cx="3387603" cy="2306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7603" cy="2306906"/>
            </a:xfrm>
            <a:custGeom>
              <a:avLst/>
              <a:gdLst/>
              <a:ahLst/>
              <a:cxnLst/>
              <a:rect r="r" b="b" t="t" l="l"/>
              <a:pathLst>
                <a:path h="2306906" w="3387603">
                  <a:moveTo>
                    <a:pt x="42923" y="0"/>
                  </a:moveTo>
                  <a:lnTo>
                    <a:pt x="3344681" y="0"/>
                  </a:lnTo>
                  <a:cubicBezTo>
                    <a:pt x="3356065" y="0"/>
                    <a:pt x="3366982" y="4522"/>
                    <a:pt x="3375032" y="12572"/>
                  </a:cubicBezTo>
                  <a:cubicBezTo>
                    <a:pt x="3383081" y="20621"/>
                    <a:pt x="3387603" y="31539"/>
                    <a:pt x="3387603" y="42923"/>
                  </a:cubicBezTo>
                  <a:lnTo>
                    <a:pt x="3387603" y="2263983"/>
                  </a:lnTo>
                  <a:cubicBezTo>
                    <a:pt x="3387603" y="2275367"/>
                    <a:pt x="3383081" y="2286284"/>
                    <a:pt x="3375032" y="2294334"/>
                  </a:cubicBezTo>
                  <a:cubicBezTo>
                    <a:pt x="3366982" y="2302384"/>
                    <a:pt x="3356065" y="2306906"/>
                    <a:pt x="3344681" y="2306906"/>
                  </a:cubicBezTo>
                  <a:lnTo>
                    <a:pt x="42923" y="2306906"/>
                  </a:lnTo>
                  <a:cubicBezTo>
                    <a:pt x="31539" y="2306906"/>
                    <a:pt x="20621" y="2302384"/>
                    <a:pt x="12572" y="2294334"/>
                  </a:cubicBezTo>
                  <a:cubicBezTo>
                    <a:pt x="4522" y="2286284"/>
                    <a:pt x="0" y="2275367"/>
                    <a:pt x="0" y="2263983"/>
                  </a:cubicBezTo>
                  <a:lnTo>
                    <a:pt x="0" y="42923"/>
                  </a:lnTo>
                  <a:cubicBezTo>
                    <a:pt x="0" y="31539"/>
                    <a:pt x="4522" y="20621"/>
                    <a:pt x="12572" y="12572"/>
                  </a:cubicBezTo>
                  <a:cubicBezTo>
                    <a:pt x="20621" y="4522"/>
                    <a:pt x="31539" y="0"/>
                    <a:pt x="429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7ED957">
                  <a:alpha val="38824"/>
                </a:srgbClr>
              </a:solidFill>
              <a:prstDash val="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387603" cy="2335481"/>
            </a:xfrm>
            <a:prstGeom prst="rect">
              <a:avLst/>
            </a:prstGeom>
          </p:spPr>
          <p:txBody>
            <a:bodyPr anchor="ctr" rtlCol="false" tIns="38585" lIns="38585" bIns="38585" rIns="38585"/>
            <a:lstStyle/>
            <a:p>
              <a:pPr algn="ctr">
                <a:lnSpc>
                  <a:spcPts val="258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236552" y="8153347"/>
            <a:ext cx="901298" cy="691131"/>
            <a:chOff x="0" y="0"/>
            <a:chExt cx="2007675" cy="15395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7676" cy="1539494"/>
            </a:xfrm>
            <a:custGeom>
              <a:avLst/>
              <a:gdLst/>
              <a:ahLst/>
              <a:cxnLst/>
              <a:rect r="r" b="b" t="t" l="l"/>
              <a:pathLst>
                <a:path h="1539494" w="2007676">
                  <a:moveTo>
                    <a:pt x="0" y="0"/>
                  </a:moveTo>
                  <a:lnTo>
                    <a:pt x="2007676" y="0"/>
                  </a:lnTo>
                  <a:lnTo>
                    <a:pt x="2007676" y="1539494"/>
                  </a:lnTo>
                  <a:lnTo>
                    <a:pt x="0" y="1539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204" r="0" b="-1520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647926" y="8220452"/>
            <a:ext cx="772808" cy="624026"/>
            <a:chOff x="0" y="0"/>
            <a:chExt cx="1721459" cy="13900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21427" cy="1390015"/>
            </a:xfrm>
            <a:custGeom>
              <a:avLst/>
              <a:gdLst/>
              <a:ahLst/>
              <a:cxnLst/>
              <a:rect r="r" b="b" t="t" l="l"/>
              <a:pathLst>
                <a:path h="1390015" w="1721427">
                  <a:moveTo>
                    <a:pt x="0" y="0"/>
                  </a:moveTo>
                  <a:lnTo>
                    <a:pt x="1721427" y="0"/>
                  </a:lnTo>
                  <a:lnTo>
                    <a:pt x="1721427" y="1390015"/>
                  </a:lnTo>
                  <a:lnTo>
                    <a:pt x="0" y="1390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921" r="-1" b="-1192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982110" y="2785311"/>
            <a:ext cx="4923176" cy="6264243"/>
            <a:chOff x="0" y="0"/>
            <a:chExt cx="1813037" cy="23069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3037" cy="2306906"/>
            </a:xfrm>
            <a:custGeom>
              <a:avLst/>
              <a:gdLst/>
              <a:ahLst/>
              <a:cxnLst/>
              <a:rect r="r" b="b" t="t" l="l"/>
              <a:pathLst>
                <a:path h="2306906" w="1813037">
                  <a:moveTo>
                    <a:pt x="80200" y="0"/>
                  </a:moveTo>
                  <a:lnTo>
                    <a:pt x="1732837" y="0"/>
                  </a:lnTo>
                  <a:cubicBezTo>
                    <a:pt x="1777130" y="0"/>
                    <a:pt x="1813037" y="35907"/>
                    <a:pt x="1813037" y="80200"/>
                  </a:cubicBezTo>
                  <a:lnTo>
                    <a:pt x="1813037" y="2226706"/>
                  </a:lnTo>
                  <a:cubicBezTo>
                    <a:pt x="1813037" y="2270999"/>
                    <a:pt x="1777130" y="2306906"/>
                    <a:pt x="1732837" y="2306906"/>
                  </a:cubicBezTo>
                  <a:lnTo>
                    <a:pt x="80200" y="2306906"/>
                  </a:lnTo>
                  <a:cubicBezTo>
                    <a:pt x="58930" y="2306906"/>
                    <a:pt x="38530" y="2298456"/>
                    <a:pt x="23490" y="2283416"/>
                  </a:cubicBezTo>
                  <a:cubicBezTo>
                    <a:pt x="8450" y="2268375"/>
                    <a:pt x="0" y="2247976"/>
                    <a:pt x="0" y="2226706"/>
                  </a:cubicBezTo>
                  <a:lnTo>
                    <a:pt x="0" y="80200"/>
                  </a:lnTo>
                  <a:cubicBezTo>
                    <a:pt x="0" y="35907"/>
                    <a:pt x="35907" y="0"/>
                    <a:pt x="80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7ED957">
                  <a:alpha val="40000"/>
                </a:srgbClr>
              </a:solidFill>
              <a:prstDash val="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13037" cy="2335481"/>
            </a:xfrm>
            <a:prstGeom prst="rect">
              <a:avLst/>
            </a:prstGeom>
          </p:spPr>
          <p:txBody>
            <a:bodyPr anchor="ctr" rtlCol="false" tIns="38585" lIns="38585" bIns="38585" rIns="38585"/>
            <a:lstStyle/>
            <a:p>
              <a:pPr algn="ctr">
                <a:lnSpc>
                  <a:spcPts val="258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59974" y="8259554"/>
            <a:ext cx="618545" cy="499462"/>
            <a:chOff x="0" y="0"/>
            <a:chExt cx="1417968" cy="11449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8021" cy="1145032"/>
            </a:xfrm>
            <a:custGeom>
              <a:avLst/>
              <a:gdLst/>
              <a:ahLst/>
              <a:cxnLst/>
              <a:rect r="r" b="b" t="t" l="l"/>
              <a:pathLst>
                <a:path h="1145032" w="1418021">
                  <a:moveTo>
                    <a:pt x="0" y="0"/>
                  </a:moveTo>
                  <a:lnTo>
                    <a:pt x="1418021" y="0"/>
                  </a:lnTo>
                  <a:lnTo>
                    <a:pt x="1418021" y="1145032"/>
                  </a:lnTo>
                  <a:lnTo>
                    <a:pt x="0" y="1145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" t="-11926" r="0" b="-1192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95752" y="6535237"/>
            <a:ext cx="1812750" cy="1463757"/>
            <a:chOff x="0" y="0"/>
            <a:chExt cx="4037971" cy="3260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37994" cy="3260598"/>
            </a:xfrm>
            <a:custGeom>
              <a:avLst/>
              <a:gdLst/>
              <a:ahLst/>
              <a:cxnLst/>
              <a:rect r="r" b="b" t="t" l="l"/>
              <a:pathLst>
                <a:path h="3260598" w="4037994">
                  <a:moveTo>
                    <a:pt x="0" y="0"/>
                  </a:moveTo>
                  <a:lnTo>
                    <a:pt x="4037994" y="0"/>
                  </a:lnTo>
                  <a:lnTo>
                    <a:pt x="4037994" y="3260598"/>
                  </a:lnTo>
                  <a:lnTo>
                    <a:pt x="0" y="3260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921" r="0" b="-1192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21618" y="3521592"/>
            <a:ext cx="1563410" cy="1160212"/>
            <a:chOff x="0" y="0"/>
            <a:chExt cx="3155558" cy="23417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55585" cy="2341753"/>
            </a:xfrm>
            <a:custGeom>
              <a:avLst/>
              <a:gdLst/>
              <a:ahLst/>
              <a:cxnLst/>
              <a:rect r="r" b="b" t="t" l="l"/>
              <a:pathLst>
                <a:path h="2341753" w="3155585">
                  <a:moveTo>
                    <a:pt x="0" y="0"/>
                  </a:moveTo>
                  <a:lnTo>
                    <a:pt x="3155585" y="0"/>
                  </a:lnTo>
                  <a:lnTo>
                    <a:pt x="3155585" y="2341753"/>
                  </a:lnTo>
                  <a:lnTo>
                    <a:pt x="0" y="2341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757" t="0" r="-1575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478519" y="4569482"/>
            <a:ext cx="2285928" cy="1271662"/>
            <a:chOff x="0" y="0"/>
            <a:chExt cx="4681554" cy="26043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683" y="4445"/>
              <a:ext cx="4654222" cy="2595499"/>
            </a:xfrm>
            <a:custGeom>
              <a:avLst/>
              <a:gdLst/>
              <a:ahLst/>
              <a:cxnLst/>
              <a:rect r="r" b="b" t="t" l="l"/>
              <a:pathLst>
                <a:path h="2595499" w="4654222">
                  <a:moveTo>
                    <a:pt x="0" y="2553589"/>
                  </a:moveTo>
                  <a:lnTo>
                    <a:pt x="4618676" y="0"/>
                  </a:lnTo>
                  <a:lnTo>
                    <a:pt x="4654222" y="41910"/>
                  </a:lnTo>
                  <a:lnTo>
                    <a:pt x="35546" y="259549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241328" y="4105265"/>
            <a:ext cx="2224597" cy="1395497"/>
            <a:chOff x="0" y="0"/>
            <a:chExt cx="4490086" cy="28166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268" y="5334"/>
              <a:ext cx="4465643" cy="2805938"/>
            </a:xfrm>
            <a:custGeom>
              <a:avLst/>
              <a:gdLst/>
              <a:ahLst/>
              <a:cxnLst/>
              <a:rect r="r" b="b" t="t" l="l"/>
              <a:pathLst>
                <a:path h="2805938" w="4465643">
                  <a:moveTo>
                    <a:pt x="38376" y="0"/>
                  </a:moveTo>
                  <a:lnTo>
                    <a:pt x="4465643" y="2765806"/>
                  </a:lnTo>
                  <a:lnTo>
                    <a:pt x="4427109" y="2805938"/>
                  </a:lnTo>
                  <a:lnTo>
                    <a:pt x="0" y="4013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895436" y="4681804"/>
            <a:ext cx="731106" cy="552324"/>
            <a:chOff x="0" y="0"/>
            <a:chExt cx="1475650" cy="1114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75598" cy="1114806"/>
            </a:xfrm>
            <a:custGeom>
              <a:avLst/>
              <a:gdLst/>
              <a:ahLst/>
              <a:cxnLst/>
              <a:rect r="r" b="b" t="t" l="l"/>
              <a:pathLst>
                <a:path h="1114806" w="1475598">
                  <a:moveTo>
                    <a:pt x="0" y="0"/>
                  </a:moveTo>
                  <a:lnTo>
                    <a:pt x="1475598" y="0"/>
                  </a:lnTo>
                  <a:lnTo>
                    <a:pt x="1475598" y="1114806"/>
                  </a:lnTo>
                  <a:lnTo>
                    <a:pt x="0" y="1114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184" r="-3" b="-1618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74835" y="4724313"/>
            <a:ext cx="631367" cy="509815"/>
            <a:chOff x="0" y="0"/>
            <a:chExt cx="1274339" cy="10290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4280" cy="1028954"/>
            </a:xfrm>
            <a:custGeom>
              <a:avLst/>
              <a:gdLst/>
              <a:ahLst/>
              <a:cxnLst/>
              <a:rect r="r" b="b" t="t" l="l"/>
              <a:pathLst>
                <a:path h="1028954" w="1274280">
                  <a:moveTo>
                    <a:pt x="0" y="0"/>
                  </a:moveTo>
                  <a:lnTo>
                    <a:pt x="1274280" y="0"/>
                  </a:lnTo>
                  <a:lnTo>
                    <a:pt x="1274280" y="1028954"/>
                  </a:lnTo>
                  <a:lnTo>
                    <a:pt x="0" y="102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1921" r="-4" b="-1192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525810" y="6689037"/>
            <a:ext cx="1779545" cy="1339915"/>
            <a:chOff x="0" y="0"/>
            <a:chExt cx="4079473" cy="30716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79512" cy="3071622"/>
            </a:xfrm>
            <a:custGeom>
              <a:avLst/>
              <a:gdLst/>
              <a:ahLst/>
              <a:cxnLst/>
              <a:rect r="r" b="b" t="t" l="l"/>
              <a:pathLst>
                <a:path h="3071622" w="4079512">
                  <a:moveTo>
                    <a:pt x="0" y="0"/>
                  </a:moveTo>
                  <a:lnTo>
                    <a:pt x="4079512" y="0"/>
                  </a:lnTo>
                  <a:lnTo>
                    <a:pt x="4079512" y="3071622"/>
                  </a:lnTo>
                  <a:lnTo>
                    <a:pt x="0" y="3071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-16406" r="0" b="-1640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383201" y="8249663"/>
            <a:ext cx="643044" cy="519244"/>
            <a:chOff x="0" y="0"/>
            <a:chExt cx="1474130" cy="11903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74173" cy="1190371"/>
            </a:xfrm>
            <a:custGeom>
              <a:avLst/>
              <a:gdLst/>
              <a:ahLst/>
              <a:cxnLst/>
              <a:rect r="r" b="b" t="t" l="l"/>
              <a:pathLst>
                <a:path h="1190371" w="1474173">
                  <a:moveTo>
                    <a:pt x="0" y="0"/>
                  </a:moveTo>
                  <a:lnTo>
                    <a:pt x="1474173" y="0"/>
                  </a:lnTo>
                  <a:lnTo>
                    <a:pt x="1474173" y="1190371"/>
                  </a:lnTo>
                  <a:lnTo>
                    <a:pt x="0" y="1190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" t="-11925" r="0" b="-1192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118366" y="8245706"/>
            <a:ext cx="647943" cy="523200"/>
            <a:chOff x="0" y="0"/>
            <a:chExt cx="1485361" cy="11993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85350" cy="1199388"/>
            </a:xfrm>
            <a:custGeom>
              <a:avLst/>
              <a:gdLst/>
              <a:ahLst/>
              <a:cxnLst/>
              <a:rect r="r" b="b" t="t" l="l"/>
              <a:pathLst>
                <a:path h="1199388" w="1485350">
                  <a:moveTo>
                    <a:pt x="0" y="0"/>
                  </a:moveTo>
                  <a:lnTo>
                    <a:pt x="1485350" y="0"/>
                  </a:lnTo>
                  <a:lnTo>
                    <a:pt x="1485350" y="1199388"/>
                  </a:lnTo>
                  <a:lnTo>
                    <a:pt x="0" y="1199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921" r="0" b="-11922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>
            <a:off x="1028700" y="855759"/>
            <a:ext cx="16277320" cy="0"/>
          </a:xfrm>
          <a:prstGeom prst="line">
            <a:avLst/>
          </a:prstGeom>
          <a:ln cap="flat" w="9525">
            <a:solidFill>
              <a:srgbClr val="1475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028700" y="692820"/>
            <a:ext cx="3052966" cy="337033"/>
            <a:chOff x="0" y="0"/>
            <a:chExt cx="1629212" cy="1798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29212" cy="179857"/>
            </a:xfrm>
            <a:custGeom>
              <a:avLst/>
              <a:gdLst/>
              <a:ahLst/>
              <a:cxnLst/>
              <a:rect r="r" b="b" t="t" l="l"/>
              <a:pathLst>
                <a:path h="179857" w="1629212">
                  <a:moveTo>
                    <a:pt x="72748" y="0"/>
                  </a:moveTo>
                  <a:lnTo>
                    <a:pt x="1556464" y="0"/>
                  </a:lnTo>
                  <a:cubicBezTo>
                    <a:pt x="1575758" y="0"/>
                    <a:pt x="1594261" y="7664"/>
                    <a:pt x="1607904" y="21307"/>
                  </a:cubicBezTo>
                  <a:cubicBezTo>
                    <a:pt x="1621547" y="34950"/>
                    <a:pt x="1629212" y="53454"/>
                    <a:pt x="1629212" y="72748"/>
                  </a:cubicBezTo>
                  <a:lnTo>
                    <a:pt x="1629212" y="107109"/>
                  </a:lnTo>
                  <a:cubicBezTo>
                    <a:pt x="1629212" y="126403"/>
                    <a:pt x="1621547" y="144907"/>
                    <a:pt x="1607904" y="158550"/>
                  </a:cubicBezTo>
                  <a:cubicBezTo>
                    <a:pt x="1594261" y="172193"/>
                    <a:pt x="1575758" y="179857"/>
                    <a:pt x="1556464" y="179857"/>
                  </a:cubicBezTo>
                  <a:lnTo>
                    <a:pt x="72748" y="179857"/>
                  </a:lnTo>
                  <a:cubicBezTo>
                    <a:pt x="53454" y="179857"/>
                    <a:pt x="34950" y="172193"/>
                    <a:pt x="21307" y="158550"/>
                  </a:cubicBezTo>
                  <a:cubicBezTo>
                    <a:pt x="7664" y="144907"/>
                    <a:pt x="0" y="126403"/>
                    <a:pt x="0" y="107109"/>
                  </a:cubicBezTo>
                  <a:lnTo>
                    <a:pt x="0" y="72748"/>
                  </a:lnTo>
                  <a:cubicBezTo>
                    <a:pt x="0" y="53454"/>
                    <a:pt x="7664" y="34950"/>
                    <a:pt x="21307" y="21307"/>
                  </a:cubicBezTo>
                  <a:cubicBezTo>
                    <a:pt x="34950" y="7664"/>
                    <a:pt x="53454" y="0"/>
                    <a:pt x="72748" y="0"/>
                  </a:cubicBezTo>
                  <a:close/>
                </a:path>
              </a:pathLst>
            </a:custGeom>
            <a:solidFill>
              <a:srgbClr val="CEF9A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629212" cy="208432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164CE6"/>
                  </a:solidFill>
                  <a:latin typeface="윤고딕 Medium"/>
                  <a:ea typeface="윤고딕 Medium"/>
                  <a:cs typeface="윤고딕 Medium"/>
                  <a:sym typeface="윤고딕 Medium"/>
                </a:rPr>
                <a:t>클린룸 프로젝트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028700" y="9466082"/>
            <a:ext cx="16277320" cy="0"/>
          </a:xfrm>
          <a:prstGeom prst="line">
            <a:avLst/>
          </a:prstGeom>
          <a:ln cap="flat" w="9525">
            <a:solidFill>
              <a:srgbClr val="1475F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4738376" y="9340662"/>
            <a:ext cx="2567644" cy="267948"/>
            <a:chOff x="0" y="0"/>
            <a:chExt cx="1370220" cy="1429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0220" cy="142990"/>
            </a:xfrm>
            <a:custGeom>
              <a:avLst/>
              <a:gdLst/>
              <a:ahLst/>
              <a:cxnLst/>
              <a:rect r="r" b="b" t="t" l="l"/>
              <a:pathLst>
                <a:path h="142990" w="1370220">
                  <a:moveTo>
                    <a:pt x="71495" y="0"/>
                  </a:moveTo>
                  <a:lnTo>
                    <a:pt x="1298725" y="0"/>
                  </a:lnTo>
                  <a:cubicBezTo>
                    <a:pt x="1338210" y="0"/>
                    <a:pt x="1370220" y="32009"/>
                    <a:pt x="1370220" y="71495"/>
                  </a:cubicBezTo>
                  <a:lnTo>
                    <a:pt x="1370220" y="71495"/>
                  </a:lnTo>
                  <a:cubicBezTo>
                    <a:pt x="1370220" y="110981"/>
                    <a:pt x="1338210" y="142990"/>
                    <a:pt x="1298725" y="142990"/>
                  </a:cubicBezTo>
                  <a:lnTo>
                    <a:pt x="71495" y="142990"/>
                  </a:lnTo>
                  <a:cubicBezTo>
                    <a:pt x="32009" y="142990"/>
                    <a:pt x="0" y="110981"/>
                    <a:pt x="0" y="71495"/>
                  </a:cubicBezTo>
                  <a:lnTo>
                    <a:pt x="0" y="71495"/>
                  </a:lnTo>
                  <a:cubicBezTo>
                    <a:pt x="0" y="32009"/>
                    <a:pt x="32009" y="0"/>
                    <a:pt x="71495" y="0"/>
                  </a:cubicBezTo>
                  <a:close/>
                </a:path>
              </a:pathLst>
            </a:custGeom>
            <a:solidFill>
              <a:srgbClr val="CEF9A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370220" cy="171565"/>
            </a:xfrm>
            <a:prstGeom prst="rect">
              <a:avLst/>
            </a:prstGeom>
          </p:spPr>
          <p:txBody>
            <a:bodyPr anchor="ctr" rtlCol="false" tIns="25072" lIns="25072" bIns="25072" rIns="25072"/>
            <a:lstStyle/>
            <a:p>
              <a:pPr algn="ctr">
                <a:lnSpc>
                  <a:spcPts val="1400"/>
                </a:lnSpc>
              </a:pPr>
              <a:r>
                <a:rPr lang="en-US" sz="1000">
                  <a:solidFill>
                    <a:srgbClr val="164CE6"/>
                  </a:solidFill>
                  <a:latin typeface="윤고딕"/>
                  <a:ea typeface="윤고딕"/>
                  <a:cs typeface="윤고딕"/>
                  <a:sym typeface="윤고딕"/>
                </a:rPr>
                <a:t>발표자 @LARANA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0722715" y="5512749"/>
            <a:ext cx="852120" cy="852120"/>
          </a:xfrm>
          <a:custGeom>
            <a:avLst/>
            <a:gdLst/>
            <a:ahLst/>
            <a:cxnLst/>
            <a:rect r="r" b="b" t="t" l="l"/>
            <a:pathLst>
              <a:path h="852120" w="852120">
                <a:moveTo>
                  <a:pt x="0" y="0"/>
                </a:moveTo>
                <a:lnTo>
                  <a:pt x="852120" y="0"/>
                </a:lnTo>
                <a:lnTo>
                  <a:pt x="852120" y="852120"/>
                </a:lnTo>
                <a:lnTo>
                  <a:pt x="0" y="8521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144000" y="3631557"/>
            <a:ext cx="912756" cy="912756"/>
          </a:xfrm>
          <a:custGeom>
            <a:avLst/>
            <a:gdLst/>
            <a:ahLst/>
            <a:cxnLst/>
            <a:rect r="r" b="b" t="t" l="l"/>
            <a:pathLst>
              <a:path h="912756" w="912756">
                <a:moveTo>
                  <a:pt x="0" y="0"/>
                </a:moveTo>
                <a:lnTo>
                  <a:pt x="912756" y="0"/>
                </a:lnTo>
                <a:lnTo>
                  <a:pt x="912756" y="912756"/>
                </a:lnTo>
                <a:lnTo>
                  <a:pt x="0" y="9127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740708" y="6136438"/>
            <a:ext cx="1380305" cy="33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7"/>
              </a:lnSpc>
            </a:pPr>
            <a:r>
              <a:rPr lang="en-US" sz="1976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STM32 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540567" y="6126913"/>
            <a:ext cx="1493762" cy="35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STM32 B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335145" y="2952286"/>
            <a:ext cx="649883" cy="3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245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서버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911252" y="4076690"/>
            <a:ext cx="3349550" cy="22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온습도,먼지센서의  정보를 서버로 보냄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531463" y="4316486"/>
            <a:ext cx="3594359" cy="22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이상치를 감지하면 LED 점등 및 LCD 표시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51672" y="6516962"/>
            <a:ext cx="1786271" cy="22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제어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686620" y="2575365"/>
            <a:ext cx="1514156" cy="43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4"/>
              </a:lnSpc>
            </a:pPr>
            <a:r>
              <a:rPr lang="en-US" sz="2531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원격 제어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506652" y="2575365"/>
            <a:ext cx="2399675" cy="43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4"/>
              </a:lnSpc>
            </a:pPr>
            <a:r>
              <a:rPr lang="en-US" sz="2531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관리자(통제실)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1571590"/>
            <a:ext cx="11700320" cy="85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31"/>
              </a:lnSpc>
            </a:pPr>
            <a:r>
              <a:rPr lang="en-US" sz="4736" spc="-94">
                <a:solidFill>
                  <a:srgbClr val="164CE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시스템 구성도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5874" y="3980677"/>
            <a:ext cx="7381811" cy="5013883"/>
            <a:chOff x="0" y="0"/>
            <a:chExt cx="1944181" cy="1320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4181" cy="1320529"/>
            </a:xfrm>
            <a:custGeom>
              <a:avLst/>
              <a:gdLst/>
              <a:ahLst/>
              <a:cxnLst/>
              <a:rect r="r" b="b" t="t" l="l"/>
              <a:pathLst>
                <a:path h="1320529" w="1944181">
                  <a:moveTo>
                    <a:pt x="10488" y="0"/>
                  </a:moveTo>
                  <a:lnTo>
                    <a:pt x="1933693" y="0"/>
                  </a:lnTo>
                  <a:cubicBezTo>
                    <a:pt x="1936474" y="0"/>
                    <a:pt x="1939142" y="1105"/>
                    <a:pt x="1941109" y="3072"/>
                  </a:cubicBezTo>
                  <a:cubicBezTo>
                    <a:pt x="1943076" y="5039"/>
                    <a:pt x="1944181" y="7706"/>
                    <a:pt x="1944181" y="10488"/>
                  </a:cubicBezTo>
                  <a:lnTo>
                    <a:pt x="1944181" y="1310041"/>
                  </a:lnTo>
                  <a:cubicBezTo>
                    <a:pt x="1944181" y="1315833"/>
                    <a:pt x="1939485" y="1320529"/>
                    <a:pt x="1933693" y="1320529"/>
                  </a:cubicBezTo>
                  <a:lnTo>
                    <a:pt x="10488" y="1320529"/>
                  </a:lnTo>
                  <a:cubicBezTo>
                    <a:pt x="7706" y="1320529"/>
                    <a:pt x="5039" y="1319424"/>
                    <a:pt x="3072" y="1317457"/>
                  </a:cubicBezTo>
                  <a:cubicBezTo>
                    <a:pt x="1105" y="1315490"/>
                    <a:pt x="0" y="1312822"/>
                    <a:pt x="0" y="1310041"/>
                  </a:cubicBezTo>
                  <a:lnTo>
                    <a:pt x="0" y="10488"/>
                  </a:lnTo>
                  <a:cubicBezTo>
                    <a:pt x="0" y="7706"/>
                    <a:pt x="1105" y="5039"/>
                    <a:pt x="3072" y="3072"/>
                  </a:cubicBezTo>
                  <a:cubicBezTo>
                    <a:pt x="5039" y="1105"/>
                    <a:pt x="7706" y="0"/>
                    <a:pt x="104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44181" cy="1349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47617" y="3787918"/>
            <a:ext cx="5703143" cy="398109"/>
            <a:chOff x="0" y="0"/>
            <a:chExt cx="2066928" cy="1442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6928" cy="144282"/>
            </a:xfrm>
            <a:custGeom>
              <a:avLst/>
              <a:gdLst/>
              <a:ahLst/>
              <a:cxnLst/>
              <a:rect r="r" b="b" t="t" l="l"/>
              <a:pathLst>
                <a:path h="144282" w="2066928">
                  <a:moveTo>
                    <a:pt x="40724" y="0"/>
                  </a:moveTo>
                  <a:lnTo>
                    <a:pt x="2026204" y="0"/>
                  </a:lnTo>
                  <a:cubicBezTo>
                    <a:pt x="2048695" y="0"/>
                    <a:pt x="2066928" y="18233"/>
                    <a:pt x="2066928" y="40724"/>
                  </a:cubicBezTo>
                  <a:lnTo>
                    <a:pt x="2066928" y="103558"/>
                  </a:lnTo>
                  <a:cubicBezTo>
                    <a:pt x="2066928" y="114359"/>
                    <a:pt x="2062637" y="124717"/>
                    <a:pt x="2055000" y="132354"/>
                  </a:cubicBezTo>
                  <a:cubicBezTo>
                    <a:pt x="2047363" y="139992"/>
                    <a:pt x="2037004" y="144282"/>
                    <a:pt x="2026204" y="144282"/>
                  </a:cubicBezTo>
                  <a:lnTo>
                    <a:pt x="40724" y="144282"/>
                  </a:lnTo>
                  <a:cubicBezTo>
                    <a:pt x="18233" y="144282"/>
                    <a:pt x="0" y="126049"/>
                    <a:pt x="0" y="103558"/>
                  </a:cubicBezTo>
                  <a:lnTo>
                    <a:pt x="0" y="40724"/>
                  </a:lnTo>
                  <a:cubicBezTo>
                    <a:pt x="0" y="18233"/>
                    <a:pt x="18233" y="0"/>
                    <a:pt x="40724" y="0"/>
                  </a:cubicBezTo>
                  <a:close/>
                </a:path>
              </a:pathLst>
            </a:custGeom>
            <a:solidFill>
              <a:srgbClr val="1475F7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66928" cy="172857"/>
            </a:xfrm>
            <a:prstGeom prst="rect">
              <a:avLst/>
            </a:prstGeom>
          </p:spPr>
          <p:txBody>
            <a:bodyPr anchor="ctr" rtlCol="false" tIns="26728" lIns="26728" bIns="26728" rIns="26728"/>
            <a:lstStyle/>
            <a:p>
              <a:pPr algn="ctr">
                <a:lnSpc>
                  <a:spcPts val="2204"/>
                </a:lnSpc>
              </a:pPr>
              <a:r>
                <a:rPr lang="en-US" sz="1574">
                  <a:solidFill>
                    <a:srgbClr val="FFFFFF"/>
                  </a:solidFill>
                  <a:latin typeface="윤고딕"/>
                  <a:ea typeface="윤고딕"/>
                  <a:cs typeface="윤고딕"/>
                  <a:sym typeface="윤고딕"/>
                </a:rPr>
                <a:t>정상 동작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66030" y="3946820"/>
            <a:ext cx="7381811" cy="5013883"/>
            <a:chOff x="0" y="0"/>
            <a:chExt cx="1944181" cy="1320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4181" cy="1320529"/>
            </a:xfrm>
            <a:custGeom>
              <a:avLst/>
              <a:gdLst/>
              <a:ahLst/>
              <a:cxnLst/>
              <a:rect r="r" b="b" t="t" l="l"/>
              <a:pathLst>
                <a:path h="1320529" w="1944181">
                  <a:moveTo>
                    <a:pt x="10488" y="0"/>
                  </a:moveTo>
                  <a:lnTo>
                    <a:pt x="1933693" y="0"/>
                  </a:lnTo>
                  <a:cubicBezTo>
                    <a:pt x="1936474" y="0"/>
                    <a:pt x="1939142" y="1105"/>
                    <a:pt x="1941109" y="3072"/>
                  </a:cubicBezTo>
                  <a:cubicBezTo>
                    <a:pt x="1943076" y="5039"/>
                    <a:pt x="1944181" y="7706"/>
                    <a:pt x="1944181" y="10488"/>
                  </a:cubicBezTo>
                  <a:lnTo>
                    <a:pt x="1944181" y="1310041"/>
                  </a:lnTo>
                  <a:cubicBezTo>
                    <a:pt x="1944181" y="1315833"/>
                    <a:pt x="1939485" y="1320529"/>
                    <a:pt x="1933693" y="1320529"/>
                  </a:cubicBezTo>
                  <a:lnTo>
                    <a:pt x="10488" y="1320529"/>
                  </a:lnTo>
                  <a:cubicBezTo>
                    <a:pt x="7706" y="1320529"/>
                    <a:pt x="5039" y="1319424"/>
                    <a:pt x="3072" y="1317457"/>
                  </a:cubicBezTo>
                  <a:cubicBezTo>
                    <a:pt x="1105" y="1315490"/>
                    <a:pt x="0" y="1312822"/>
                    <a:pt x="0" y="1310041"/>
                  </a:cubicBezTo>
                  <a:lnTo>
                    <a:pt x="0" y="10488"/>
                  </a:lnTo>
                  <a:cubicBezTo>
                    <a:pt x="0" y="7706"/>
                    <a:pt x="1105" y="5039"/>
                    <a:pt x="3072" y="3072"/>
                  </a:cubicBezTo>
                  <a:cubicBezTo>
                    <a:pt x="5039" y="1105"/>
                    <a:pt x="7706" y="0"/>
                    <a:pt x="104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944181" cy="1349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67772" y="3754061"/>
            <a:ext cx="5703143" cy="398109"/>
            <a:chOff x="0" y="0"/>
            <a:chExt cx="2066928" cy="144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6928" cy="144282"/>
            </a:xfrm>
            <a:custGeom>
              <a:avLst/>
              <a:gdLst/>
              <a:ahLst/>
              <a:cxnLst/>
              <a:rect r="r" b="b" t="t" l="l"/>
              <a:pathLst>
                <a:path h="144282" w="2066928">
                  <a:moveTo>
                    <a:pt x="40724" y="0"/>
                  </a:moveTo>
                  <a:lnTo>
                    <a:pt x="2026204" y="0"/>
                  </a:lnTo>
                  <a:cubicBezTo>
                    <a:pt x="2048695" y="0"/>
                    <a:pt x="2066928" y="18233"/>
                    <a:pt x="2066928" y="40724"/>
                  </a:cubicBezTo>
                  <a:lnTo>
                    <a:pt x="2066928" y="103558"/>
                  </a:lnTo>
                  <a:cubicBezTo>
                    <a:pt x="2066928" y="114359"/>
                    <a:pt x="2062637" y="124717"/>
                    <a:pt x="2055000" y="132354"/>
                  </a:cubicBezTo>
                  <a:cubicBezTo>
                    <a:pt x="2047363" y="139992"/>
                    <a:pt x="2037004" y="144282"/>
                    <a:pt x="2026204" y="144282"/>
                  </a:cubicBezTo>
                  <a:lnTo>
                    <a:pt x="40724" y="144282"/>
                  </a:lnTo>
                  <a:cubicBezTo>
                    <a:pt x="18233" y="144282"/>
                    <a:pt x="0" y="126049"/>
                    <a:pt x="0" y="103558"/>
                  </a:cubicBezTo>
                  <a:lnTo>
                    <a:pt x="0" y="40724"/>
                  </a:lnTo>
                  <a:cubicBezTo>
                    <a:pt x="0" y="18233"/>
                    <a:pt x="18233" y="0"/>
                    <a:pt x="40724" y="0"/>
                  </a:cubicBezTo>
                  <a:close/>
                </a:path>
              </a:pathLst>
            </a:custGeom>
            <a:solidFill>
              <a:srgbClr val="FF313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66928" cy="172857"/>
            </a:xfrm>
            <a:prstGeom prst="rect">
              <a:avLst/>
            </a:prstGeom>
          </p:spPr>
          <p:txBody>
            <a:bodyPr anchor="ctr" rtlCol="false" tIns="26728" lIns="26728" bIns="26728" rIns="26728"/>
            <a:lstStyle/>
            <a:p>
              <a:pPr algn="ctr">
                <a:lnSpc>
                  <a:spcPts val="2204"/>
                </a:lnSpc>
              </a:pPr>
              <a:r>
                <a:rPr lang="en-US" sz="1574">
                  <a:solidFill>
                    <a:srgbClr val="FFFFFF"/>
                  </a:solidFill>
                  <a:latin typeface="윤고딕 Medium"/>
                  <a:ea typeface="윤고딕 Medium"/>
                  <a:cs typeface="윤고딕 Medium"/>
                  <a:sym typeface="윤고딕 Medium"/>
                </a:rPr>
                <a:t>이상 감지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92820"/>
            <a:ext cx="16277320" cy="337033"/>
            <a:chOff x="0" y="0"/>
            <a:chExt cx="21703093" cy="449377"/>
          </a:xfrm>
        </p:grpSpPr>
        <p:sp>
          <p:nvSpPr>
            <p:cNvPr name="AutoShape 15" id="15"/>
            <p:cNvSpPr/>
            <p:nvPr/>
          </p:nvSpPr>
          <p:spPr>
            <a:xfrm>
              <a:off x="0" y="217253"/>
              <a:ext cx="21703093" cy="0"/>
            </a:xfrm>
            <a:prstGeom prst="line">
              <a:avLst/>
            </a:prstGeom>
            <a:ln cap="flat" w="12700">
              <a:solidFill>
                <a:srgbClr val="1475F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6" id="16"/>
            <p:cNvGrpSpPr/>
            <p:nvPr/>
          </p:nvGrpSpPr>
          <p:grpSpPr>
            <a:xfrm rot="0">
              <a:off x="0" y="0"/>
              <a:ext cx="4070622" cy="449377"/>
              <a:chOff x="0" y="0"/>
              <a:chExt cx="1629212" cy="1798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29212" cy="179857"/>
              </a:xfrm>
              <a:custGeom>
                <a:avLst/>
                <a:gdLst/>
                <a:ahLst/>
                <a:cxnLst/>
                <a:rect r="r" b="b" t="t" l="l"/>
                <a:pathLst>
                  <a:path h="179857" w="1629212">
                    <a:moveTo>
                      <a:pt x="72748" y="0"/>
                    </a:moveTo>
                    <a:lnTo>
                      <a:pt x="1556464" y="0"/>
                    </a:lnTo>
                    <a:cubicBezTo>
                      <a:pt x="1575758" y="0"/>
                      <a:pt x="1594261" y="7664"/>
                      <a:pt x="1607904" y="21307"/>
                    </a:cubicBezTo>
                    <a:cubicBezTo>
                      <a:pt x="1621547" y="34950"/>
                      <a:pt x="1629212" y="53454"/>
                      <a:pt x="1629212" y="72748"/>
                    </a:cubicBezTo>
                    <a:lnTo>
                      <a:pt x="1629212" y="107109"/>
                    </a:lnTo>
                    <a:cubicBezTo>
                      <a:pt x="1629212" y="126403"/>
                      <a:pt x="1621547" y="144907"/>
                      <a:pt x="1607904" y="158550"/>
                    </a:cubicBezTo>
                    <a:cubicBezTo>
                      <a:pt x="1594261" y="172193"/>
                      <a:pt x="1575758" y="179857"/>
                      <a:pt x="1556464" y="179857"/>
                    </a:cubicBezTo>
                    <a:lnTo>
                      <a:pt x="72748" y="179857"/>
                    </a:lnTo>
                    <a:cubicBezTo>
                      <a:pt x="53454" y="179857"/>
                      <a:pt x="34950" y="172193"/>
                      <a:pt x="21307" y="158550"/>
                    </a:cubicBezTo>
                    <a:cubicBezTo>
                      <a:pt x="7664" y="144907"/>
                      <a:pt x="0" y="126403"/>
                      <a:pt x="0" y="107109"/>
                    </a:cubicBezTo>
                    <a:lnTo>
                      <a:pt x="0" y="72748"/>
                    </a:lnTo>
                    <a:cubicBezTo>
                      <a:pt x="0" y="53454"/>
                      <a:pt x="7664" y="34950"/>
                      <a:pt x="21307" y="21307"/>
                    </a:cubicBezTo>
                    <a:cubicBezTo>
                      <a:pt x="34950" y="7664"/>
                      <a:pt x="53454" y="0"/>
                      <a:pt x="72748" y="0"/>
                    </a:cubicBezTo>
                    <a:close/>
                  </a:path>
                </a:pathLst>
              </a:custGeom>
              <a:solidFill>
                <a:srgbClr val="CEF9AE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629212" cy="208432"/>
              </a:xfrm>
              <a:prstGeom prst="rect">
                <a:avLst/>
              </a:prstGeom>
            </p:spPr>
            <p:txBody>
              <a:bodyPr anchor="ctr" rtlCol="false" tIns="25072" lIns="25072" bIns="25072" rIns="25072"/>
              <a:lstStyle/>
              <a:p>
                <a:pPr algn="ctr">
                  <a:lnSpc>
                    <a:spcPts val="1819"/>
                  </a:lnSpc>
                </a:pPr>
                <a:r>
                  <a:rPr lang="en-US" sz="1299">
                    <a:solidFill>
                      <a:srgbClr val="164CE6"/>
                    </a:solidFill>
                    <a:latin typeface="윤고딕 Medium"/>
                    <a:ea typeface="윤고딕 Medium"/>
                    <a:cs typeface="윤고딕 Medium"/>
                    <a:sym typeface="윤고딕 Medium"/>
                  </a:rPr>
                  <a:t>클린룸 프로젝트</a:t>
                </a: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285208" y="4519403"/>
            <a:ext cx="5703143" cy="381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시스템 동작</a:t>
            </a:r>
          </a:p>
          <a:p>
            <a:pPr algn="l" marL="323850" indent="-161925" lvl="1">
              <a:lnSpc>
                <a:spcPts val="3419"/>
              </a:lnSpc>
              <a:buAutoNum type="arabicPeriod" startAt="1"/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STM32 A:</a:t>
            </a: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30초마다 센서 데이터 수집</a:t>
            </a:r>
          </a:p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</a:t>
            </a: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제어 판단: 모든 값이 클래스 5000 기준</a:t>
            </a: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내 → 현재 상태 유지</a:t>
            </a:r>
          </a:p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팬 제어: 40% 속도로 안정적 순환</a:t>
            </a:r>
          </a:p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WiFi 전송: 1분마다 MySQL에 데이터 저장</a:t>
            </a:r>
          </a:p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2.  STM32 B 표시:</a:t>
            </a:r>
          </a:p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LCD: "T:22.2C H:48% C5000" / "FAN:40% LED:80%"</a:t>
            </a:r>
          </a:p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LED: 🟢 녹색 점등</a:t>
            </a:r>
          </a:p>
          <a:p>
            <a:pPr algn="l">
              <a:lnSpc>
                <a:spcPts val="341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56615" y="1569648"/>
            <a:ext cx="11700320" cy="85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31"/>
              </a:lnSpc>
            </a:pPr>
            <a:r>
              <a:rPr lang="en-US" sz="4736" spc="-94">
                <a:solidFill>
                  <a:srgbClr val="164CE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시스템 동작 시나리오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9340662"/>
            <a:ext cx="16277320" cy="267948"/>
            <a:chOff x="0" y="0"/>
            <a:chExt cx="21703093" cy="357264"/>
          </a:xfrm>
        </p:grpSpPr>
        <p:sp>
          <p:nvSpPr>
            <p:cNvPr name="AutoShape 22" id="22"/>
            <p:cNvSpPr/>
            <p:nvPr/>
          </p:nvSpPr>
          <p:spPr>
            <a:xfrm>
              <a:off x="0" y="167227"/>
              <a:ext cx="21703093" cy="0"/>
            </a:xfrm>
            <a:prstGeom prst="line">
              <a:avLst/>
            </a:prstGeom>
            <a:ln cap="flat" w="12700">
              <a:solidFill>
                <a:srgbClr val="1475F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18279568" y="0"/>
              <a:ext cx="3423525" cy="357264"/>
              <a:chOff x="0" y="0"/>
              <a:chExt cx="1370220" cy="1429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70220" cy="142990"/>
              </a:xfrm>
              <a:custGeom>
                <a:avLst/>
                <a:gdLst/>
                <a:ahLst/>
                <a:cxnLst/>
                <a:rect r="r" b="b" t="t" l="l"/>
                <a:pathLst>
                  <a:path h="142990" w="1370220">
                    <a:moveTo>
                      <a:pt x="71495" y="0"/>
                    </a:moveTo>
                    <a:lnTo>
                      <a:pt x="1298725" y="0"/>
                    </a:lnTo>
                    <a:cubicBezTo>
                      <a:pt x="1338210" y="0"/>
                      <a:pt x="1370220" y="32009"/>
                      <a:pt x="1370220" y="71495"/>
                    </a:cubicBezTo>
                    <a:lnTo>
                      <a:pt x="1370220" y="71495"/>
                    </a:lnTo>
                    <a:cubicBezTo>
                      <a:pt x="1370220" y="110981"/>
                      <a:pt x="1338210" y="142990"/>
                      <a:pt x="1298725" y="142990"/>
                    </a:cubicBezTo>
                    <a:lnTo>
                      <a:pt x="71495" y="142990"/>
                    </a:lnTo>
                    <a:cubicBezTo>
                      <a:pt x="32009" y="142990"/>
                      <a:pt x="0" y="110981"/>
                      <a:pt x="0" y="71495"/>
                    </a:cubicBezTo>
                    <a:lnTo>
                      <a:pt x="0" y="71495"/>
                    </a:lnTo>
                    <a:cubicBezTo>
                      <a:pt x="0" y="32009"/>
                      <a:pt x="32009" y="0"/>
                      <a:pt x="71495" y="0"/>
                    </a:cubicBezTo>
                    <a:close/>
                  </a:path>
                </a:pathLst>
              </a:custGeom>
              <a:solidFill>
                <a:srgbClr val="CEF9AE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1370220" cy="171565"/>
              </a:xfrm>
              <a:prstGeom prst="rect">
                <a:avLst/>
              </a:prstGeom>
            </p:spPr>
            <p:txBody>
              <a:bodyPr anchor="ctr" rtlCol="false" tIns="25072" lIns="25072" bIns="25072" rIns="25072"/>
              <a:lstStyle/>
              <a:p>
                <a:pPr algn="ctr">
                  <a:lnSpc>
                    <a:spcPts val="1400"/>
                  </a:lnSpc>
                </a:pPr>
                <a:r>
                  <a:rPr lang="en-US" sz="1000">
                    <a:solidFill>
                      <a:srgbClr val="164CE6"/>
                    </a:solidFill>
                    <a:latin typeface="윤고딕"/>
                    <a:ea typeface="윤고딕"/>
                    <a:cs typeface="윤고딕"/>
                    <a:sym typeface="윤고딕"/>
                  </a:rPr>
                  <a:t>발표자 @LARANA</a:t>
                </a: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10205319" y="4519403"/>
            <a:ext cx="5428050" cy="405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시스템 대응</a:t>
            </a:r>
          </a:p>
          <a:p>
            <a:pPr algn="l" marL="308229" indent="-154114" lvl="1">
              <a:lnSpc>
                <a:spcPts val="3255"/>
              </a:lnSpc>
              <a:buAutoNum type="arabicPeriod" startAt="1"/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STM32 A 감지</a:t>
            </a: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</a:p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2. </a:t>
            </a: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자동 제어 실행팬 속도: 40% → 65% 증가</a:t>
            </a:r>
          </a:p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    </a:t>
            </a: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상태: "normal" → "warn</a:t>
            </a: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ing"</a:t>
            </a:r>
          </a:p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    STM32 B 경고 표시LCD: "DUST HIGH! AUTO ON"</a:t>
            </a:r>
          </a:p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    LED: 🔴 적색 점멸</a:t>
            </a:r>
          </a:p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    MySQL에 에러 저장</a:t>
            </a:r>
          </a:p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3. </a:t>
            </a: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환경 복구 (3분 후)</a:t>
            </a:r>
          </a:p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    팬 속도: 65% → 45%로 점진적 감소</a:t>
            </a:r>
          </a:p>
          <a:p>
            <a:pPr algn="l">
              <a:lnSpc>
                <a:spcPts val="3255"/>
              </a:lnSpc>
            </a:pP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       </a:t>
            </a: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상태 정상화</a:t>
            </a:r>
            <a:r>
              <a:rPr lang="en-US" sz="1427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: 🟢 녹색 LED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5874" y="2882345"/>
            <a:ext cx="14942525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64CE6"/>
                </a:solidFill>
                <a:latin typeface="윤고딕"/>
                <a:ea typeface="윤고딕"/>
                <a:cs typeface="윤고딕"/>
                <a:sym typeface="윤고딕"/>
              </a:rPr>
              <a:t>클린룸 정상 작동 및 외부 공기 유입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7209" y="3864693"/>
            <a:ext cx="7381811" cy="5013883"/>
            <a:chOff x="0" y="0"/>
            <a:chExt cx="1944181" cy="1320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4181" cy="1320529"/>
            </a:xfrm>
            <a:custGeom>
              <a:avLst/>
              <a:gdLst/>
              <a:ahLst/>
              <a:cxnLst/>
              <a:rect r="r" b="b" t="t" l="l"/>
              <a:pathLst>
                <a:path h="1320529" w="1944181">
                  <a:moveTo>
                    <a:pt x="10488" y="0"/>
                  </a:moveTo>
                  <a:lnTo>
                    <a:pt x="1933693" y="0"/>
                  </a:lnTo>
                  <a:cubicBezTo>
                    <a:pt x="1936474" y="0"/>
                    <a:pt x="1939142" y="1105"/>
                    <a:pt x="1941109" y="3072"/>
                  </a:cubicBezTo>
                  <a:cubicBezTo>
                    <a:pt x="1943076" y="5039"/>
                    <a:pt x="1944181" y="7706"/>
                    <a:pt x="1944181" y="10488"/>
                  </a:cubicBezTo>
                  <a:lnTo>
                    <a:pt x="1944181" y="1310041"/>
                  </a:lnTo>
                  <a:cubicBezTo>
                    <a:pt x="1944181" y="1315833"/>
                    <a:pt x="1939485" y="1320529"/>
                    <a:pt x="1933693" y="1320529"/>
                  </a:cubicBezTo>
                  <a:lnTo>
                    <a:pt x="10488" y="1320529"/>
                  </a:lnTo>
                  <a:cubicBezTo>
                    <a:pt x="7706" y="1320529"/>
                    <a:pt x="5039" y="1319424"/>
                    <a:pt x="3072" y="1317457"/>
                  </a:cubicBezTo>
                  <a:cubicBezTo>
                    <a:pt x="1105" y="1315490"/>
                    <a:pt x="0" y="1312822"/>
                    <a:pt x="0" y="1310041"/>
                  </a:cubicBezTo>
                  <a:lnTo>
                    <a:pt x="0" y="10488"/>
                  </a:lnTo>
                  <a:cubicBezTo>
                    <a:pt x="0" y="7706"/>
                    <a:pt x="1105" y="5039"/>
                    <a:pt x="3072" y="3072"/>
                  </a:cubicBezTo>
                  <a:cubicBezTo>
                    <a:pt x="5039" y="1105"/>
                    <a:pt x="7706" y="0"/>
                    <a:pt x="1048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44181" cy="1349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48951" y="3671934"/>
            <a:ext cx="5703143" cy="398109"/>
            <a:chOff x="0" y="0"/>
            <a:chExt cx="2066928" cy="1442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6928" cy="144282"/>
            </a:xfrm>
            <a:custGeom>
              <a:avLst/>
              <a:gdLst/>
              <a:ahLst/>
              <a:cxnLst/>
              <a:rect r="r" b="b" t="t" l="l"/>
              <a:pathLst>
                <a:path h="144282" w="2066928">
                  <a:moveTo>
                    <a:pt x="40724" y="0"/>
                  </a:moveTo>
                  <a:lnTo>
                    <a:pt x="2026204" y="0"/>
                  </a:lnTo>
                  <a:cubicBezTo>
                    <a:pt x="2048695" y="0"/>
                    <a:pt x="2066928" y="18233"/>
                    <a:pt x="2066928" y="40724"/>
                  </a:cubicBezTo>
                  <a:lnTo>
                    <a:pt x="2066928" y="103558"/>
                  </a:lnTo>
                  <a:cubicBezTo>
                    <a:pt x="2066928" y="114359"/>
                    <a:pt x="2062637" y="124717"/>
                    <a:pt x="2055000" y="132354"/>
                  </a:cubicBezTo>
                  <a:cubicBezTo>
                    <a:pt x="2047363" y="139992"/>
                    <a:pt x="2037004" y="144282"/>
                    <a:pt x="2026204" y="144282"/>
                  </a:cubicBezTo>
                  <a:lnTo>
                    <a:pt x="40724" y="144282"/>
                  </a:lnTo>
                  <a:cubicBezTo>
                    <a:pt x="18233" y="144282"/>
                    <a:pt x="0" y="126049"/>
                    <a:pt x="0" y="103558"/>
                  </a:cubicBezTo>
                  <a:lnTo>
                    <a:pt x="0" y="40724"/>
                  </a:lnTo>
                  <a:cubicBezTo>
                    <a:pt x="0" y="18233"/>
                    <a:pt x="18233" y="0"/>
                    <a:pt x="40724" y="0"/>
                  </a:cubicBezTo>
                  <a:close/>
                </a:path>
              </a:pathLst>
            </a:custGeom>
            <a:solidFill>
              <a:srgbClr val="FF751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66928" cy="172857"/>
            </a:xfrm>
            <a:prstGeom prst="rect">
              <a:avLst/>
            </a:prstGeom>
          </p:spPr>
          <p:txBody>
            <a:bodyPr anchor="ctr" rtlCol="false" tIns="26728" lIns="26728" bIns="26728" rIns="26728"/>
            <a:lstStyle/>
            <a:p>
              <a:pPr algn="ctr">
                <a:lnSpc>
                  <a:spcPts val="2204"/>
                </a:lnSpc>
              </a:pPr>
              <a:r>
                <a:rPr lang="en-US" sz="1574">
                  <a:solidFill>
                    <a:srgbClr val="FFFFFF"/>
                  </a:solidFill>
                  <a:latin typeface="윤고딕 Medium"/>
                  <a:ea typeface="윤고딕 Medium"/>
                  <a:cs typeface="윤고딕 Medium"/>
                  <a:sym typeface="윤고딕 Medium"/>
                </a:rPr>
                <a:t>관리자 수동 모드 전환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92820"/>
            <a:ext cx="16277320" cy="337033"/>
            <a:chOff x="0" y="0"/>
            <a:chExt cx="21703093" cy="449377"/>
          </a:xfrm>
        </p:grpSpPr>
        <p:sp>
          <p:nvSpPr>
            <p:cNvPr name="AutoShape 9" id="9"/>
            <p:cNvSpPr/>
            <p:nvPr/>
          </p:nvSpPr>
          <p:spPr>
            <a:xfrm>
              <a:off x="0" y="217253"/>
              <a:ext cx="21703093" cy="0"/>
            </a:xfrm>
            <a:prstGeom prst="line">
              <a:avLst/>
            </a:prstGeom>
            <a:ln cap="flat" w="12700">
              <a:solidFill>
                <a:srgbClr val="1475F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4070622" cy="449377"/>
              <a:chOff x="0" y="0"/>
              <a:chExt cx="1629212" cy="17985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29212" cy="179857"/>
              </a:xfrm>
              <a:custGeom>
                <a:avLst/>
                <a:gdLst/>
                <a:ahLst/>
                <a:cxnLst/>
                <a:rect r="r" b="b" t="t" l="l"/>
                <a:pathLst>
                  <a:path h="179857" w="1629212">
                    <a:moveTo>
                      <a:pt x="72748" y="0"/>
                    </a:moveTo>
                    <a:lnTo>
                      <a:pt x="1556464" y="0"/>
                    </a:lnTo>
                    <a:cubicBezTo>
                      <a:pt x="1575758" y="0"/>
                      <a:pt x="1594261" y="7664"/>
                      <a:pt x="1607904" y="21307"/>
                    </a:cubicBezTo>
                    <a:cubicBezTo>
                      <a:pt x="1621547" y="34950"/>
                      <a:pt x="1629212" y="53454"/>
                      <a:pt x="1629212" y="72748"/>
                    </a:cubicBezTo>
                    <a:lnTo>
                      <a:pt x="1629212" y="107109"/>
                    </a:lnTo>
                    <a:cubicBezTo>
                      <a:pt x="1629212" y="126403"/>
                      <a:pt x="1621547" y="144907"/>
                      <a:pt x="1607904" y="158550"/>
                    </a:cubicBezTo>
                    <a:cubicBezTo>
                      <a:pt x="1594261" y="172193"/>
                      <a:pt x="1575758" y="179857"/>
                      <a:pt x="1556464" y="179857"/>
                    </a:cubicBezTo>
                    <a:lnTo>
                      <a:pt x="72748" y="179857"/>
                    </a:lnTo>
                    <a:cubicBezTo>
                      <a:pt x="53454" y="179857"/>
                      <a:pt x="34950" y="172193"/>
                      <a:pt x="21307" y="158550"/>
                    </a:cubicBezTo>
                    <a:cubicBezTo>
                      <a:pt x="7664" y="144907"/>
                      <a:pt x="0" y="126403"/>
                      <a:pt x="0" y="107109"/>
                    </a:cubicBezTo>
                    <a:lnTo>
                      <a:pt x="0" y="72748"/>
                    </a:lnTo>
                    <a:cubicBezTo>
                      <a:pt x="0" y="53454"/>
                      <a:pt x="7664" y="34950"/>
                      <a:pt x="21307" y="21307"/>
                    </a:cubicBezTo>
                    <a:cubicBezTo>
                      <a:pt x="34950" y="7664"/>
                      <a:pt x="53454" y="0"/>
                      <a:pt x="72748" y="0"/>
                    </a:cubicBezTo>
                    <a:close/>
                  </a:path>
                </a:pathLst>
              </a:custGeom>
              <a:solidFill>
                <a:srgbClr val="CEF9AE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629212" cy="208432"/>
              </a:xfrm>
              <a:prstGeom prst="rect">
                <a:avLst/>
              </a:prstGeom>
            </p:spPr>
            <p:txBody>
              <a:bodyPr anchor="ctr" rtlCol="false" tIns="25072" lIns="25072" bIns="25072" rIns="25072"/>
              <a:lstStyle/>
              <a:p>
                <a:pPr algn="ctr">
                  <a:lnSpc>
                    <a:spcPts val="1819"/>
                  </a:lnSpc>
                </a:pPr>
                <a:r>
                  <a:rPr lang="en-US" sz="1299">
                    <a:solidFill>
                      <a:srgbClr val="164CE6"/>
                    </a:solidFill>
                    <a:latin typeface="윤고딕 Medium"/>
                    <a:ea typeface="윤고딕 Medium"/>
                    <a:cs typeface="윤고딕 Medium"/>
                    <a:sym typeface="윤고딕 Medium"/>
                  </a:rPr>
                  <a:t>클린룸 프로젝트</a:t>
                </a: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6248951" y="4607605"/>
            <a:ext cx="5703143" cy="338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수동 모드 전환</a:t>
            </a:r>
          </a:p>
          <a:p>
            <a:pPr algn="l" marL="323850" indent="-161925" lvl="1">
              <a:lnSpc>
                <a:spcPts val="3419"/>
              </a:lnSpc>
              <a:buAutoNum type="arabicPeriod" startAt="1"/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STM32 B</a:t>
            </a:r>
          </a:p>
          <a:p>
            <a:pPr algn="l" marL="647700" indent="-215900" lvl="2">
              <a:lnSpc>
                <a:spcPts val="3419"/>
              </a:lnSpc>
              <a:buFont typeface="Arial"/>
              <a:buChar char="⚬"/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메뉴 선택: "MANUAL MODE"</a:t>
            </a:r>
          </a:p>
          <a:p>
            <a:pPr algn="l" marL="647700" indent="-215900" lvl="2">
              <a:lnSpc>
                <a:spcPts val="3419"/>
              </a:lnSpc>
              <a:buFont typeface="Arial"/>
              <a:buChar char="⚬"/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설정 변경: "LIGHTING CONTROL"</a:t>
            </a:r>
          </a:p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2. 조명 제어 활성화</a:t>
            </a:r>
          </a:p>
          <a:p>
            <a:pPr algn="l" marL="647700" indent="-215900" lvl="2">
              <a:lnSpc>
                <a:spcPts val="3419"/>
              </a:lnSpc>
              <a:buFont typeface="Arial"/>
              <a:buChar char="⚬"/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클린룸 조명 제어: 수동 모드로 전환</a:t>
            </a:r>
          </a:p>
          <a:p>
            <a:pPr algn="l">
              <a:lnSpc>
                <a:spcPts val="3419"/>
              </a:lnSpc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  3. LED 조명 조절</a:t>
            </a:r>
          </a:p>
          <a:p>
            <a:pPr algn="l" marL="647700" indent="-215900" lvl="2">
              <a:lnSpc>
                <a:spcPts val="3419"/>
              </a:lnSpc>
              <a:buFont typeface="Arial"/>
              <a:buChar char="⚬"/>
            </a:pPr>
            <a:r>
              <a:rPr lang="en-US" sz="15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밝기 조절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71590"/>
            <a:ext cx="11700320" cy="85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31"/>
              </a:lnSpc>
            </a:pPr>
            <a:r>
              <a:rPr lang="en-US" sz="4736" spc="-94">
                <a:solidFill>
                  <a:srgbClr val="164CE6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시스템 동작 시나리오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9340662"/>
            <a:ext cx="16277320" cy="267948"/>
            <a:chOff x="0" y="0"/>
            <a:chExt cx="21703093" cy="357264"/>
          </a:xfrm>
        </p:grpSpPr>
        <p:sp>
          <p:nvSpPr>
            <p:cNvPr name="AutoShape 16" id="16"/>
            <p:cNvSpPr/>
            <p:nvPr/>
          </p:nvSpPr>
          <p:spPr>
            <a:xfrm>
              <a:off x="0" y="167227"/>
              <a:ext cx="21703093" cy="0"/>
            </a:xfrm>
            <a:prstGeom prst="line">
              <a:avLst/>
            </a:prstGeom>
            <a:ln cap="flat" w="12700">
              <a:solidFill>
                <a:srgbClr val="1475F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7" id="17"/>
            <p:cNvGrpSpPr/>
            <p:nvPr/>
          </p:nvGrpSpPr>
          <p:grpSpPr>
            <a:xfrm rot="0">
              <a:off x="18279568" y="0"/>
              <a:ext cx="3423525" cy="357264"/>
              <a:chOff x="0" y="0"/>
              <a:chExt cx="1370220" cy="1429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70220" cy="142990"/>
              </a:xfrm>
              <a:custGeom>
                <a:avLst/>
                <a:gdLst/>
                <a:ahLst/>
                <a:cxnLst/>
                <a:rect r="r" b="b" t="t" l="l"/>
                <a:pathLst>
                  <a:path h="142990" w="1370220">
                    <a:moveTo>
                      <a:pt x="71495" y="0"/>
                    </a:moveTo>
                    <a:lnTo>
                      <a:pt x="1298725" y="0"/>
                    </a:lnTo>
                    <a:cubicBezTo>
                      <a:pt x="1338210" y="0"/>
                      <a:pt x="1370220" y="32009"/>
                      <a:pt x="1370220" y="71495"/>
                    </a:cubicBezTo>
                    <a:lnTo>
                      <a:pt x="1370220" y="71495"/>
                    </a:lnTo>
                    <a:cubicBezTo>
                      <a:pt x="1370220" y="110981"/>
                      <a:pt x="1338210" y="142990"/>
                      <a:pt x="1298725" y="142990"/>
                    </a:cubicBezTo>
                    <a:lnTo>
                      <a:pt x="71495" y="142990"/>
                    </a:lnTo>
                    <a:cubicBezTo>
                      <a:pt x="32009" y="142990"/>
                      <a:pt x="0" y="110981"/>
                      <a:pt x="0" y="71495"/>
                    </a:cubicBezTo>
                    <a:lnTo>
                      <a:pt x="0" y="71495"/>
                    </a:lnTo>
                    <a:cubicBezTo>
                      <a:pt x="0" y="32009"/>
                      <a:pt x="32009" y="0"/>
                      <a:pt x="71495" y="0"/>
                    </a:cubicBezTo>
                    <a:close/>
                  </a:path>
                </a:pathLst>
              </a:custGeom>
              <a:solidFill>
                <a:srgbClr val="CEF9AE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370220" cy="171565"/>
              </a:xfrm>
              <a:prstGeom prst="rect">
                <a:avLst/>
              </a:prstGeom>
            </p:spPr>
            <p:txBody>
              <a:bodyPr anchor="ctr" rtlCol="false" tIns="25072" lIns="25072" bIns="25072" rIns="25072"/>
              <a:lstStyle/>
              <a:p>
                <a:pPr algn="ctr">
                  <a:lnSpc>
                    <a:spcPts val="1400"/>
                  </a:lnSpc>
                </a:pPr>
                <a:r>
                  <a:rPr lang="en-US" sz="1000">
                    <a:solidFill>
                      <a:srgbClr val="164CE6"/>
                    </a:solidFill>
                    <a:latin typeface="윤고딕"/>
                    <a:ea typeface="윤고딕"/>
                    <a:cs typeface="윤고딕"/>
                    <a:sym typeface="윤고딕"/>
                  </a:rPr>
                  <a:t>발표자 @LARANA</a:t>
                </a: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445874" y="2882345"/>
            <a:ext cx="14942525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64CE6"/>
                </a:solidFill>
                <a:latin typeface="윤고딕"/>
                <a:ea typeface="윤고딕"/>
                <a:cs typeface="윤고딕"/>
                <a:sym typeface="윤고딕"/>
              </a:rPr>
              <a:t>클린룸 내부 정밀 작업을 위한 조명 수동 제어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980" y="1877312"/>
            <a:ext cx="9023235" cy="211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258"/>
              </a:lnSpc>
            </a:pPr>
            <a:r>
              <a:rPr lang="en-US" sz="12327" b="true">
                <a:solidFill>
                  <a:srgbClr val="164CE6"/>
                </a:solidFill>
                <a:latin typeface="Corporative Bold"/>
                <a:ea typeface="Corporative Bold"/>
                <a:cs typeface="Corporative Bold"/>
                <a:sym typeface="Corporative Bold"/>
              </a:rPr>
              <a:t>수정 중...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44978" y="7745733"/>
            <a:ext cx="4498381" cy="35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00">
                <a:solidFill>
                  <a:srgbClr val="164CE6"/>
                </a:solidFill>
                <a:latin typeface="Corporative"/>
                <a:ea typeface="Corporative"/>
                <a:cs typeface="Corporative"/>
                <a:sym typeface="Corporative"/>
              </a:rPr>
              <a:t>-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723394"/>
            <a:ext cx="16277320" cy="337033"/>
            <a:chOff x="0" y="0"/>
            <a:chExt cx="21703093" cy="449377"/>
          </a:xfrm>
        </p:grpSpPr>
        <p:sp>
          <p:nvSpPr>
            <p:cNvPr name="AutoShape 5" id="5"/>
            <p:cNvSpPr/>
            <p:nvPr/>
          </p:nvSpPr>
          <p:spPr>
            <a:xfrm>
              <a:off x="0" y="217253"/>
              <a:ext cx="21703093" cy="0"/>
            </a:xfrm>
            <a:prstGeom prst="line">
              <a:avLst/>
            </a:prstGeom>
            <a:ln cap="flat" w="12700">
              <a:solidFill>
                <a:srgbClr val="1475F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4070622" cy="449377"/>
              <a:chOff x="0" y="0"/>
              <a:chExt cx="1629212" cy="17985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29212" cy="179857"/>
              </a:xfrm>
              <a:custGeom>
                <a:avLst/>
                <a:gdLst/>
                <a:ahLst/>
                <a:cxnLst/>
                <a:rect r="r" b="b" t="t" l="l"/>
                <a:pathLst>
                  <a:path h="179857" w="1629212">
                    <a:moveTo>
                      <a:pt x="72748" y="0"/>
                    </a:moveTo>
                    <a:lnTo>
                      <a:pt x="1556464" y="0"/>
                    </a:lnTo>
                    <a:cubicBezTo>
                      <a:pt x="1575758" y="0"/>
                      <a:pt x="1594261" y="7664"/>
                      <a:pt x="1607904" y="21307"/>
                    </a:cubicBezTo>
                    <a:cubicBezTo>
                      <a:pt x="1621547" y="34950"/>
                      <a:pt x="1629212" y="53454"/>
                      <a:pt x="1629212" y="72748"/>
                    </a:cubicBezTo>
                    <a:lnTo>
                      <a:pt x="1629212" y="107109"/>
                    </a:lnTo>
                    <a:cubicBezTo>
                      <a:pt x="1629212" y="126403"/>
                      <a:pt x="1621547" y="144907"/>
                      <a:pt x="1607904" y="158550"/>
                    </a:cubicBezTo>
                    <a:cubicBezTo>
                      <a:pt x="1594261" y="172193"/>
                      <a:pt x="1575758" y="179857"/>
                      <a:pt x="1556464" y="179857"/>
                    </a:cubicBezTo>
                    <a:lnTo>
                      <a:pt x="72748" y="179857"/>
                    </a:lnTo>
                    <a:cubicBezTo>
                      <a:pt x="53454" y="179857"/>
                      <a:pt x="34950" y="172193"/>
                      <a:pt x="21307" y="158550"/>
                    </a:cubicBezTo>
                    <a:cubicBezTo>
                      <a:pt x="7664" y="144907"/>
                      <a:pt x="0" y="126403"/>
                      <a:pt x="0" y="107109"/>
                    </a:cubicBezTo>
                    <a:lnTo>
                      <a:pt x="0" y="72748"/>
                    </a:lnTo>
                    <a:cubicBezTo>
                      <a:pt x="0" y="53454"/>
                      <a:pt x="7664" y="34950"/>
                      <a:pt x="21307" y="21307"/>
                    </a:cubicBezTo>
                    <a:cubicBezTo>
                      <a:pt x="34950" y="7664"/>
                      <a:pt x="53454" y="0"/>
                      <a:pt x="72748" y="0"/>
                    </a:cubicBezTo>
                    <a:close/>
                  </a:path>
                </a:pathLst>
              </a:custGeom>
              <a:solidFill>
                <a:srgbClr val="CEF9AE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629212" cy="208432"/>
              </a:xfrm>
              <a:prstGeom prst="rect">
                <a:avLst/>
              </a:prstGeom>
            </p:spPr>
            <p:txBody>
              <a:bodyPr anchor="ctr" rtlCol="false" tIns="25072" lIns="25072" bIns="25072" rIns="25072"/>
              <a:lstStyle/>
              <a:p>
                <a:pPr algn="ctr">
                  <a:lnSpc>
                    <a:spcPts val="1819"/>
                  </a:lnSpc>
                </a:pPr>
                <a:r>
                  <a:rPr lang="en-US" sz="1299">
                    <a:solidFill>
                      <a:srgbClr val="164CE6"/>
                    </a:solidFill>
                    <a:latin typeface="윤고딕"/>
                    <a:ea typeface="윤고딕"/>
                    <a:cs typeface="윤고딕"/>
                    <a:sym typeface="윤고딕"/>
                  </a:rPr>
                  <a:t>클린룸 프로젝트</a:t>
                </a: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1344978" y="4160364"/>
            <a:ext cx="5334961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64CE6"/>
                </a:solidFill>
                <a:latin typeface="윤고딕"/>
                <a:ea typeface="윤고딕"/>
                <a:cs typeface="윤고딕"/>
                <a:sym typeface="윤고딕"/>
              </a:rPr>
              <a:t>-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9340662"/>
            <a:ext cx="16277320" cy="267948"/>
            <a:chOff x="0" y="0"/>
            <a:chExt cx="21703093" cy="357264"/>
          </a:xfrm>
        </p:grpSpPr>
        <p:sp>
          <p:nvSpPr>
            <p:cNvPr name="AutoShape 11" id="11"/>
            <p:cNvSpPr/>
            <p:nvPr/>
          </p:nvSpPr>
          <p:spPr>
            <a:xfrm>
              <a:off x="0" y="167227"/>
              <a:ext cx="21703093" cy="0"/>
            </a:xfrm>
            <a:prstGeom prst="line">
              <a:avLst/>
            </a:prstGeom>
            <a:ln cap="flat" w="12700">
              <a:solidFill>
                <a:srgbClr val="1475F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18279568" y="0"/>
              <a:ext cx="3423525" cy="357264"/>
              <a:chOff x="0" y="0"/>
              <a:chExt cx="1370220" cy="14299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70220" cy="142990"/>
              </a:xfrm>
              <a:custGeom>
                <a:avLst/>
                <a:gdLst/>
                <a:ahLst/>
                <a:cxnLst/>
                <a:rect r="r" b="b" t="t" l="l"/>
                <a:pathLst>
                  <a:path h="142990" w="1370220">
                    <a:moveTo>
                      <a:pt x="71495" y="0"/>
                    </a:moveTo>
                    <a:lnTo>
                      <a:pt x="1298725" y="0"/>
                    </a:lnTo>
                    <a:cubicBezTo>
                      <a:pt x="1338210" y="0"/>
                      <a:pt x="1370220" y="32009"/>
                      <a:pt x="1370220" y="71495"/>
                    </a:cubicBezTo>
                    <a:lnTo>
                      <a:pt x="1370220" y="71495"/>
                    </a:lnTo>
                    <a:cubicBezTo>
                      <a:pt x="1370220" y="110981"/>
                      <a:pt x="1338210" y="142990"/>
                      <a:pt x="1298725" y="142990"/>
                    </a:cubicBezTo>
                    <a:lnTo>
                      <a:pt x="71495" y="142990"/>
                    </a:lnTo>
                    <a:cubicBezTo>
                      <a:pt x="32009" y="142990"/>
                      <a:pt x="0" y="110981"/>
                      <a:pt x="0" y="71495"/>
                    </a:cubicBezTo>
                    <a:lnTo>
                      <a:pt x="0" y="71495"/>
                    </a:lnTo>
                    <a:cubicBezTo>
                      <a:pt x="0" y="32009"/>
                      <a:pt x="32009" y="0"/>
                      <a:pt x="71495" y="0"/>
                    </a:cubicBezTo>
                    <a:close/>
                  </a:path>
                </a:pathLst>
              </a:custGeom>
              <a:solidFill>
                <a:srgbClr val="CEF9AE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70220" cy="171565"/>
              </a:xfrm>
              <a:prstGeom prst="rect">
                <a:avLst/>
              </a:prstGeom>
            </p:spPr>
            <p:txBody>
              <a:bodyPr anchor="ctr" rtlCol="false" tIns="25072" lIns="25072" bIns="25072" rIns="25072"/>
              <a:lstStyle/>
              <a:p>
                <a:pPr algn="ctr">
                  <a:lnSpc>
                    <a:spcPts val="1400"/>
                  </a:lnSpc>
                </a:pPr>
                <a:r>
                  <a:rPr lang="en-US" sz="1000">
                    <a:solidFill>
                      <a:srgbClr val="164CE6"/>
                    </a:solidFill>
                    <a:latin typeface="윤고딕"/>
                    <a:ea typeface="윤고딕"/>
                    <a:cs typeface="윤고딕"/>
                    <a:sym typeface="윤고딕"/>
                  </a:rPr>
                  <a:t>발표자 @LARANA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DAGwscUF3gg</dc:identifier>
  <dcterms:modified xsi:type="dcterms:W3CDTF">2011-08-01T06:04:30Z</dcterms:modified>
  <cp:revision>1</cp:revision>
  <dc:title>클린룸 시스템 프로젝트</dc:title>
</cp:coreProperties>
</file>